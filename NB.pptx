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300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85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17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522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811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841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230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398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72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254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621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5762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2990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3650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86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414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64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308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31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767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0801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5527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534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3668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6784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038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628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456AC-99E3-0260-6C57-79A952AFD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E8840-D40D-7C8C-16C8-80967CFC8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DA9DF-D46D-49C8-49F4-E37DE4A0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64D91-EAD3-2DCA-B41E-C3E201934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A832D-3931-E603-5E87-0F2ACA96F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11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966D8E6-B9E1-4E1A-901C-C45E5FBAA48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251F021-D64B-4537-B284-9DC254846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800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  <p:sldLayoutId id="2147483771" r:id="rId20"/>
    <p:sldLayoutId id="2147483772" r:id="rId21"/>
    <p:sldLayoutId id="2147483773" r:id="rId22"/>
    <p:sldLayoutId id="2147483774" r:id="rId23"/>
    <p:sldLayoutId id="2147483775" r:id="rId24"/>
    <p:sldLayoutId id="2147483776" r:id="rId25"/>
    <p:sldLayoutId id="2147483777" r:id="rId26"/>
    <p:sldLayoutId id="2147483778" r:id="rId27"/>
    <p:sldLayoutId id="2147483779" r:id="rId28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484D-E5A6-181E-9A37-2BC4AC241F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Naïve Bayes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3B0DE-5DD0-9F70-7DCB-863BE20875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961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671EC1-0B65-A6AD-F858-46FA387AA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341" t="16405" r="35629" b="28319"/>
          <a:stretch>
            <a:fillRect/>
          </a:stretch>
        </p:blipFill>
        <p:spPr>
          <a:xfrm>
            <a:off x="1888434" y="800099"/>
            <a:ext cx="8050696" cy="463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633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FD30-98F3-62EF-A0D9-CCC8D92C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322852-F545-CA93-9306-53B1836C9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0" t="21739" r="32910" b="29928"/>
          <a:stretch>
            <a:fillRect/>
          </a:stretch>
        </p:blipFill>
        <p:spPr>
          <a:xfrm>
            <a:off x="1126434" y="924338"/>
            <a:ext cx="9939131" cy="487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44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8D491-75EA-5C8D-B41B-A35C94D6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0911C6-7233-EC6A-AAFE-07DE488D7A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5" t="20630" r="35515" b="24524"/>
          <a:stretch>
            <a:fillRect/>
          </a:stretch>
        </p:blipFill>
        <p:spPr>
          <a:xfrm>
            <a:off x="1182757" y="551622"/>
            <a:ext cx="9924222" cy="565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30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6A745-5563-87B6-0FB3-E6CF2D460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C9388-4A2D-C9DF-35AE-C72F4F2AFF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58" t="16522" r="35356" b="27537"/>
          <a:stretch>
            <a:fillRect/>
          </a:stretch>
        </p:blipFill>
        <p:spPr>
          <a:xfrm>
            <a:off x="1515717" y="1133060"/>
            <a:ext cx="8284266" cy="513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07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33820-AF2F-D8A4-530C-3A2C1291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7930C9-36CC-EC09-108A-33AD32A2E0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4" t="15724" r="33545" b="25652"/>
          <a:stretch>
            <a:fillRect/>
          </a:stretch>
        </p:blipFill>
        <p:spPr>
          <a:xfrm>
            <a:off x="1123121" y="531743"/>
            <a:ext cx="9546535" cy="558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8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BE029-B3B0-10E6-3B7B-331F9AAC3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935BF-BCD6-600F-F2F6-C4DA930224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08" t="19202" r="31008" b="29710"/>
          <a:stretch>
            <a:fillRect/>
          </a:stretch>
        </p:blipFill>
        <p:spPr>
          <a:xfrm>
            <a:off x="1093303" y="1316935"/>
            <a:ext cx="9437205" cy="466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3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5938-F3AF-7A55-E585-7BB575E14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D55190-98D6-9B8E-A97C-F629D5242C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3" t="23624" r="31869" b="31232"/>
          <a:stretch>
            <a:fillRect/>
          </a:stretch>
        </p:blipFill>
        <p:spPr>
          <a:xfrm>
            <a:off x="618626" y="859735"/>
            <a:ext cx="10488352" cy="459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FF1C7-CD64-2C2A-2507-49F41CD5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7DFEB8-BD9D-42FA-B985-C29DD25F3C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1" t="15797" r="30103" b="29203"/>
          <a:stretch>
            <a:fillRect/>
          </a:stretch>
        </p:blipFill>
        <p:spPr>
          <a:xfrm>
            <a:off x="1113182" y="899490"/>
            <a:ext cx="10485783" cy="523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9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BC79B-18CE-AEAD-C730-807BB625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33E045-EF9B-2498-86DF-4EE3488C87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6" t="24275" r="32322" b="40218"/>
          <a:stretch>
            <a:fillRect/>
          </a:stretch>
        </p:blipFill>
        <p:spPr>
          <a:xfrm>
            <a:off x="1217543" y="1456083"/>
            <a:ext cx="10132944" cy="367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9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062AA-4FFB-2803-0655-D458B3463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27A2FB-E560-EEEC-8BDB-31B9162C1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33" t="26130" r="3117" b="26823"/>
          <a:stretch>
            <a:fillRect/>
          </a:stretch>
        </p:blipFill>
        <p:spPr>
          <a:xfrm>
            <a:off x="2589142" y="1744316"/>
            <a:ext cx="8368749" cy="314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12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5286-AE56-7CF4-AB93-A9711B61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4503D8-E8B7-7C91-8913-8630D1A0A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0" y="2357882"/>
            <a:ext cx="6761103" cy="214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69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1AC9-307F-A3B3-A6D3-2D676BE7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9346190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7</TotalTime>
  <Words>5</Words>
  <Application>Microsoft Office PowerPoint</Application>
  <PresentationFormat>Widescreen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Neue Haas Grotesk Text Pro</vt:lpstr>
      <vt:lpstr>Helena</vt:lpstr>
      <vt:lpstr>Naïve Bayes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Pardeep Kumar</dc:creator>
  <cp:lastModifiedBy>Pardeep Kumar</cp:lastModifiedBy>
  <cp:revision>5</cp:revision>
  <dcterms:created xsi:type="dcterms:W3CDTF">2026-10-28T03:20:13Z</dcterms:created>
  <dcterms:modified xsi:type="dcterms:W3CDTF">2026-10-28T03:27:57Z</dcterms:modified>
</cp:coreProperties>
</file>