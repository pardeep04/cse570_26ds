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69B2-BB51-02E3-9B7E-761E7A19B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1353B-7FFB-8501-05B4-10EFBC606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030B6-D1DA-3693-A3AA-0074C9ED1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24676-394A-CDBF-1BA7-42741F61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2F952-3707-BC6F-CB97-32967FA4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15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F596-B4DD-8A51-29AB-AE9A12B9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EA704-19D5-E79F-6532-ECD34B5BC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EBD74-C163-8712-E9E1-6020755D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8721-F00E-A4BC-B20E-B5F186E25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DF2EC-DC25-4C63-E2F5-1891DEE0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13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06C9-8EFC-0980-B080-5BD25F87F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D08A6-DE03-8B0D-4CF1-FC701B8ED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5CF60-03B3-634E-5E77-27A7F430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978CE-7E45-6A4B-3F90-587F66FD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21CC2-38A2-909B-6131-6515530C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96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CC093-0617-92BE-965F-D8035DED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6F53E-81BA-E013-53B1-CD6A51E19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ABAC6-9A8F-3E06-224E-C9783F295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7439B-EBF4-8F6C-C40D-910D1A21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5F7C2-B2AB-9DBE-C163-6783B29C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FC1ED-80C7-4BD1-3AC7-3C9EB0FB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203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F76A0-D374-4CE0-F0E5-482672F1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B5409-A874-8B14-D753-6B86AE565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F84E8-C083-66B6-7620-C42172719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D7518-8633-2C62-49B2-C3BE167B5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F3547-6823-FEAD-0375-0585C1D2E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A6195-3BBF-045B-2815-361E37E4F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6C5C9-9C42-4521-4F66-7A910384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55269-4086-F642-A6A9-7F018EA2B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43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F0CF8-AB7D-79C2-6B58-026CDD60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E6B06-45FB-CA30-6572-29CAC0BD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67174-A6D8-CCE0-0072-E85778D1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874FE-6E93-6BF0-F489-9F790752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97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13B7C-EEE5-3D81-7644-1946738AE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018ED-82B7-8D66-6E65-1E940639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CF3DE-73F3-FE3E-5F7A-8A8B1891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82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39DA-BFE7-4065-D1A1-636449D46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AB7E2-3D12-E4B3-9317-40EC56561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301FC-602B-BA64-4060-588719941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4017C-4543-9608-BF2E-24FE6BD7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247D4-98B0-3D5A-E6FA-09E5888E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0B4F3-BD5D-BEBD-495B-15490012D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87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43EB-B73A-E6B0-D617-1F8F1128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4108B7-1582-FEAA-5B0C-C25069881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61AC6-9145-5920-1CB1-19E48BA68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9ACB9-F875-24B9-37D0-348809284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D4225-97CC-9807-C3D2-7BB793F4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16F81-FF78-8410-5871-F88583D1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934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C67B-887C-8FE9-878C-B873F93F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547A3-D0EB-A911-EDA8-6790F37E0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E60EE-B2C2-11BE-65FE-7B02B1F8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42D2C-300B-994E-04B9-1CD2D4F8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D33AB-4832-7781-E4C8-2C67C5AB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95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61287-4B95-8489-2762-D701F6AF6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0B20D-9EC0-F7A7-708F-34E54BFE1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09D20-3B9D-B05F-4829-D877BD96E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F5ED7-F4DB-C102-822F-BA34EF6B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9F297-0D2C-A094-2EB4-4BF74F00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93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DE45DE-5379-4BE1-CDB7-FC6A760F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86C4C-1B7E-779E-011F-209C5CE31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CE512-457F-8641-B957-E40362603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08428-4717-4E64-ADDA-4300807B432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0C9EC-EDA2-1DEC-6096-B86C84141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93FEF-7F1A-234E-16F9-D0BEFB30D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7FD4-795E-4420-9B1A-36A6D13E1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39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66D4-C145-3F95-DAF0-F713C22161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Ridge(L2) and Lasso(L1)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F60A8-9DF8-E486-969C-C609290DDF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Pardeep Kumar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60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0810DA-5710-6FD4-8CFA-698FDB587D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3" t="27464" r="16199" b="23478"/>
          <a:stretch>
            <a:fillRect/>
          </a:stretch>
        </p:blipFill>
        <p:spPr>
          <a:xfrm>
            <a:off x="1187727" y="1142999"/>
            <a:ext cx="8865704" cy="336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8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1400-F898-A1A4-749F-BCE4722C6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1D913F-F65F-E39B-7D6A-3B72A724D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0" t="32331" r="16584" b="22323"/>
          <a:stretch>
            <a:fillRect/>
          </a:stretch>
        </p:blipFill>
        <p:spPr>
          <a:xfrm>
            <a:off x="2022614" y="1888435"/>
            <a:ext cx="7613374" cy="268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50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47CC-05C4-9ADF-9099-D30281CA4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199E32-D767-B157-278F-8A36DB153F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2" t="15000" r="18463" b="25362"/>
          <a:stretch>
            <a:fillRect/>
          </a:stretch>
        </p:blipFill>
        <p:spPr>
          <a:xfrm>
            <a:off x="1068457" y="1028700"/>
            <a:ext cx="8488017" cy="408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9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D3FDE-DC92-B77E-7E25-F75C5480B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BEEDBA-5E89-1EFA-BD5A-21CE24741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57" t="26883" r="22041" b="30073"/>
          <a:stretch>
            <a:fillRect/>
          </a:stretch>
        </p:blipFill>
        <p:spPr>
          <a:xfrm>
            <a:off x="1833771" y="1843709"/>
            <a:ext cx="7330108" cy="295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C21EB-F8F0-2699-BC0E-CD59DB36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F7492E-9CC9-3A3B-197E-013DC46B7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73" t="18406" r="20411" b="23043"/>
          <a:stretch>
            <a:fillRect/>
          </a:stretch>
        </p:blipFill>
        <p:spPr>
          <a:xfrm>
            <a:off x="1868557" y="1262270"/>
            <a:ext cx="7474226" cy="40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30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2CBE-3834-36AD-6F38-759CD74E3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D7A2A8-AC83-A076-F814-6DB72EE2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8" t="17754" r="17648" b="25072"/>
          <a:stretch>
            <a:fillRect/>
          </a:stretch>
        </p:blipFill>
        <p:spPr>
          <a:xfrm>
            <a:off x="1197665" y="1217543"/>
            <a:ext cx="8448261" cy="392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17DFF-2A7A-3DE5-D838-57FC1E63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677722-8BD6-7B0F-539A-2AD2D7E453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7" t="18043" r="22087" b="23261"/>
          <a:stretch>
            <a:fillRect/>
          </a:stretch>
        </p:blipFill>
        <p:spPr>
          <a:xfrm>
            <a:off x="1600200" y="1237422"/>
            <a:ext cx="7558709" cy="402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13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Ridge(L2) and Lasso(L1)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Pardeep Kumar</dc:creator>
  <cp:lastModifiedBy>Pardeep Kumar</cp:lastModifiedBy>
  <cp:revision>2</cp:revision>
  <dcterms:created xsi:type="dcterms:W3CDTF">2026-09-22T10:28:52Z</dcterms:created>
  <dcterms:modified xsi:type="dcterms:W3CDTF">2026-09-22T10:32:46Z</dcterms:modified>
</cp:coreProperties>
</file>