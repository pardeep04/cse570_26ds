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3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1A3E7-E7B3-41CD-B239-57FAA56A9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AF87E-EBD7-4546-8E41-EA07316BF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793C7-AF2F-4B9B-8285-78ACAC6CF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DEC2-D1B4-4C85-99B7-D86436A60713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F9E24-690C-4F04-8AD0-5BF04F7D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DCEB8-AD95-405F-A2B6-6A71941D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208-7A33-4FBA-95AB-A687160B7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26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F696-B82F-46F6-BB83-EE529C22D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BBF84-5B84-47F5-813E-CA6A1FDD5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7BE1A-9BD2-4C1E-B3AC-3E707B101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DEC2-D1B4-4C85-99B7-D86436A60713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60DB7-9BFC-43BE-BA5E-DB4CC748D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6177E-46EE-4BF3-9305-12F0B7644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208-7A33-4FBA-95AB-A687160B7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031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67F8-8AC1-46D1-BE25-4FC67A226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F5152-C3DD-4755-97B8-030F79006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CD901-B711-413F-A5F2-0DC9258AE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DEC2-D1B4-4C85-99B7-D86436A60713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0A08D-C183-4BC5-ACD1-5608FC8CF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F885B-E798-4FF8-B888-54FB0551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208-7A33-4FBA-95AB-A687160B7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43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494C2-13F3-412C-8BE6-DE32DC6F7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FD7F8-4AAA-482A-9C9E-01D549EE0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B176A5-6473-43EA-9476-09C682DB2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A25EF-4A71-4AC7-A48F-93BE107D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DEC2-D1B4-4C85-99B7-D86436A60713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945CD-6782-42BC-8E32-F5D34A583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24B36-A0D7-4740-9C22-47C8B155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208-7A33-4FBA-95AB-A687160B7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142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26BB1-6954-402B-8428-1071596C3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6808E-F621-431E-A815-F963E990B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35694-F1BC-4B26-9B82-9F6D57996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E242D3-37EA-4450-92F3-0D4394E50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AB2B3E-CF41-445E-AA0E-1AEA397C3D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AF2021-16F4-4318-8FDA-2E64D33E1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DEC2-D1B4-4C85-99B7-D86436A60713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D7E0CB-E516-4FC0-969A-DBD0FFA9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43A836-A1D6-470B-BE95-CDB1EF9C2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208-7A33-4FBA-95AB-A687160B7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73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1395-4856-4077-9A36-A591894C3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DBE5F2-2AA7-4157-9836-2F2914818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DEC2-D1B4-4C85-99B7-D86436A60713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012902-668A-4D26-8D3D-39F81FC70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D19BE-0909-432C-A91B-B51E60EF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208-7A33-4FBA-95AB-A687160B7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84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B95A3A-F94D-41ED-9ECF-B863EB091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DEC2-D1B4-4C85-99B7-D86436A60713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FF306-D0F1-43E1-B004-3DDC6C572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107BB-B05A-4207-A275-C3B2BFED0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208-7A33-4FBA-95AB-A687160B7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97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AB8F-F344-4D75-A71D-AF8A6882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28DF4-DF13-4D4F-82FD-2FE7CD4B3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D1619-B6BE-4067-A0EC-D990296E9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B0C57-4751-4B8E-A3F4-67EC37615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DEC2-D1B4-4C85-99B7-D86436A60713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3E3EB-0CDE-46C9-890E-A0262CC1B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C71C5-6FD5-4607-A03E-DE519B9E8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208-7A33-4FBA-95AB-A687160B7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6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E8AC-9B32-4CCD-AD0D-5526ACC71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0BF78B-BF5D-4AAC-9F07-176BFB28CC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9CB63-0C15-4F66-B85D-FDE224007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340F3-6EFA-41A4-B497-F1A2EF730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DEC2-D1B4-4C85-99B7-D86436A60713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DAF85-835E-42E5-A7FF-26EBC68A2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6AB6B-6210-4CA0-8D81-C78BEA5F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208-7A33-4FBA-95AB-A687160B7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66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97F8C-DAE7-4877-87AC-BFA90A7A6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C8806-550E-4AA3-867E-85288CBA6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EAF05-3971-4A7D-98FE-18C579E77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DEC2-D1B4-4C85-99B7-D86436A60713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1CA43-80B1-4B91-9E02-F01DEFC0B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CD6D0-6D10-487B-81FE-8D19DDF5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208-7A33-4FBA-95AB-A687160B7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525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C71B2-BA70-4018-9EFC-EF3AF2D985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FFF6F9-D43E-4FE6-A42D-CE61813BA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7DF05-B3CC-43BA-B13B-B7ED0A2C2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DEC2-D1B4-4C85-99B7-D86436A60713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43740-72B6-4507-8009-3D6A37BD6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95446-AFE6-474C-B6B6-F9641F8D3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208-7A33-4FBA-95AB-A687160B7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5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C19ED-DCAF-4F4F-8393-3A53B1972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CF7C0-1E73-4798-BE77-F83CD52BD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8CD89-7DDC-474D-B314-9EA805CB1D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EDEC2-D1B4-4C85-99B7-D86436A60713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EF97B-B892-46F7-8FF6-C24CBD7A04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6013F-070E-4D4F-80CB-12755280F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D4208-7A33-4FBA-95AB-A687160B7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4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E117-313A-48F2-A530-EBF4B0E55D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53CEA4-A5B8-4A5B-9C0B-9B994DD483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0D236D-832C-4AF9-B12F-63AE9EDB5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203" y="804496"/>
            <a:ext cx="10345594" cy="524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6D3182-2851-40DF-8EFB-0E7D78DF86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85" y="506437"/>
            <a:ext cx="10526115" cy="5529849"/>
          </a:xfrm>
        </p:spPr>
      </p:pic>
    </p:spTree>
    <p:extLst>
      <p:ext uri="{BB962C8B-B14F-4D97-AF65-F5344CB8AC3E}">
        <p14:creationId xmlns:p14="http://schemas.microsoft.com/office/powerpoint/2010/main" val="2349824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170ACE-883F-49AD-B74B-EDC9D6C56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561" y="832887"/>
            <a:ext cx="9612878" cy="5192225"/>
          </a:xfrm>
        </p:spPr>
      </p:pic>
    </p:spTree>
    <p:extLst>
      <p:ext uri="{BB962C8B-B14F-4D97-AF65-F5344CB8AC3E}">
        <p14:creationId xmlns:p14="http://schemas.microsoft.com/office/powerpoint/2010/main" val="4217168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A0B8A4-D482-4E30-B442-6BA671707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581" y="1825625"/>
            <a:ext cx="8156837" cy="4351338"/>
          </a:xfrm>
        </p:spPr>
      </p:pic>
    </p:spTree>
    <p:extLst>
      <p:ext uri="{BB962C8B-B14F-4D97-AF65-F5344CB8AC3E}">
        <p14:creationId xmlns:p14="http://schemas.microsoft.com/office/powerpoint/2010/main" val="332053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165393-B25F-4829-BC68-3BB9F3B03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947" y="1825625"/>
            <a:ext cx="8436106" cy="4351338"/>
          </a:xfrm>
        </p:spPr>
      </p:pic>
    </p:spTree>
    <p:extLst>
      <p:ext uri="{BB962C8B-B14F-4D97-AF65-F5344CB8AC3E}">
        <p14:creationId xmlns:p14="http://schemas.microsoft.com/office/powerpoint/2010/main" val="1285337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72DE2D-4127-49FE-B2BC-2EFAE604D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983" y="1825625"/>
            <a:ext cx="8070034" cy="4351338"/>
          </a:xfrm>
        </p:spPr>
      </p:pic>
    </p:spTree>
    <p:extLst>
      <p:ext uri="{BB962C8B-B14F-4D97-AF65-F5344CB8AC3E}">
        <p14:creationId xmlns:p14="http://schemas.microsoft.com/office/powerpoint/2010/main" val="1280315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A7DF77-2BE1-441D-9AAD-83EDD8CF55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736" y="1825625"/>
            <a:ext cx="7932527" cy="4351338"/>
          </a:xfrm>
        </p:spPr>
      </p:pic>
    </p:spTree>
    <p:extLst>
      <p:ext uri="{BB962C8B-B14F-4D97-AF65-F5344CB8AC3E}">
        <p14:creationId xmlns:p14="http://schemas.microsoft.com/office/powerpoint/2010/main" val="2386620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C1B7DCD-D2D4-48E2-ADDE-EF58AD7571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507" y="1825625"/>
            <a:ext cx="8120986" cy="4351338"/>
          </a:xfrm>
        </p:spPr>
      </p:pic>
    </p:spTree>
    <p:extLst>
      <p:ext uri="{BB962C8B-B14F-4D97-AF65-F5344CB8AC3E}">
        <p14:creationId xmlns:p14="http://schemas.microsoft.com/office/powerpoint/2010/main" val="4155114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Pardeep Kumar</dc:creator>
  <cp:lastModifiedBy>Pardeep Kumar</cp:lastModifiedBy>
  <cp:revision>3</cp:revision>
  <dcterms:created xsi:type="dcterms:W3CDTF">2020-08-19T08:19:17Z</dcterms:created>
  <dcterms:modified xsi:type="dcterms:W3CDTF">2020-08-19T09:58:22Z</dcterms:modified>
</cp:coreProperties>
</file>