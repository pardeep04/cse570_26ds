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338" r:id="rId2"/>
    <p:sldId id="304" r:id="rId3"/>
    <p:sldId id="259" r:id="rId4"/>
    <p:sldId id="857" r:id="rId5"/>
    <p:sldId id="3857" r:id="rId6"/>
    <p:sldId id="257" r:id="rId7"/>
    <p:sldId id="3866" r:id="rId8"/>
    <p:sldId id="3865" r:id="rId9"/>
    <p:sldId id="848" r:id="rId10"/>
    <p:sldId id="318" r:id="rId11"/>
    <p:sldId id="851" r:id="rId12"/>
    <p:sldId id="317" r:id="rId13"/>
    <p:sldId id="850" r:id="rId14"/>
    <p:sldId id="3863" r:id="rId15"/>
    <p:sldId id="335" r:id="rId16"/>
    <p:sldId id="336" r:id="rId17"/>
    <p:sldId id="3867" r:id="rId18"/>
    <p:sldId id="858" r:id="rId19"/>
    <p:sldId id="3859" r:id="rId20"/>
    <p:sldId id="3860" r:id="rId21"/>
    <p:sldId id="3861" r:id="rId22"/>
    <p:sldId id="3862" r:id="rId23"/>
    <p:sldId id="3864" r:id="rId24"/>
    <p:sldId id="3870" r:id="rId25"/>
    <p:sldId id="3871" r:id="rId26"/>
    <p:sldId id="3872" r:id="rId27"/>
    <p:sldId id="267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6BD7E4D-92FF-0BC2-AC49-C58B5CB57D5E}" name="Archana  Malik" initials="AM" userId="S::Archana.15026@lpu.in::b81a9e95-4631-499a-ba3b-8b9607d35f0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6E80E2-A9C5-4943-9F35-0A8DDCD23EB1}" v="82" dt="2026-07-15T05:11: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5967" autoAdjust="0"/>
  </p:normalViewPr>
  <p:slideViewPr>
    <p:cSldViewPr>
      <p:cViewPr varScale="1">
        <p:scale>
          <a:sx n="71" d="100"/>
          <a:sy n="71" d="100"/>
        </p:scale>
        <p:origin x="181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rgi kalia" userId="cb59b880211b7ac4" providerId="LiveId" clId="{0C1E2927-7443-4E42-B1FC-5DF3D0B1C211}"/>
    <pc:docChg chg="undo custSel addSld delSld modSld">
      <pc:chgData name="gargi kalia" userId="cb59b880211b7ac4" providerId="LiveId" clId="{0C1E2927-7443-4E42-B1FC-5DF3D0B1C211}" dt="2026-07-15T05:11:37" v="729" actId="1076"/>
      <pc:docMkLst>
        <pc:docMk/>
      </pc:docMkLst>
      <pc:sldChg chg="addSp delSp modSp mod">
        <pc:chgData name="gargi kalia" userId="cb59b880211b7ac4" providerId="LiveId" clId="{0C1E2927-7443-4E42-B1FC-5DF3D0B1C211}" dt="2026-07-13T10:12:42.004" v="186" actId="113"/>
        <pc:sldMkLst>
          <pc:docMk/>
          <pc:sldMk cId="3969226817" sldId="257"/>
        </pc:sldMkLst>
        <pc:spChg chg="add del mod">
          <ac:chgData name="gargi kalia" userId="cb59b880211b7ac4" providerId="LiveId" clId="{0C1E2927-7443-4E42-B1FC-5DF3D0B1C211}" dt="2026-07-13T10:12:42.004" v="186" actId="113"/>
          <ac:spMkLst>
            <pc:docMk/>
            <pc:sldMk cId="3969226817" sldId="257"/>
            <ac:spMk id="3" creationId="{0749407F-BC0E-BD0B-3D4E-5FD03FAF89C9}"/>
          </ac:spMkLst>
        </pc:spChg>
      </pc:sldChg>
      <pc:sldChg chg="modSp mod">
        <pc:chgData name="gargi kalia" userId="cb59b880211b7ac4" providerId="LiveId" clId="{0C1E2927-7443-4E42-B1FC-5DF3D0B1C211}" dt="2026-07-13T10:07:21.273" v="67" actId="20577"/>
        <pc:sldMkLst>
          <pc:docMk/>
          <pc:sldMk cId="2137658240" sldId="259"/>
        </pc:sldMkLst>
        <pc:spChg chg="mod">
          <ac:chgData name="gargi kalia" userId="cb59b880211b7ac4" providerId="LiveId" clId="{0C1E2927-7443-4E42-B1FC-5DF3D0B1C211}" dt="2026-07-13T10:07:21.273" v="67" actId="20577"/>
          <ac:spMkLst>
            <pc:docMk/>
            <pc:sldMk cId="2137658240" sldId="259"/>
            <ac:spMk id="3" creationId="{DF700BA0-5388-9E10-A6E7-E407C1F02AA9}"/>
          </ac:spMkLst>
        </pc:spChg>
      </pc:sldChg>
      <pc:sldChg chg="modSp mod">
        <pc:chgData name="gargi kalia" userId="cb59b880211b7ac4" providerId="LiveId" clId="{0C1E2927-7443-4E42-B1FC-5DF3D0B1C211}" dt="2026-07-15T05:06:41.806" v="695"/>
        <pc:sldMkLst>
          <pc:docMk/>
          <pc:sldMk cId="0" sldId="267"/>
        </pc:sldMkLst>
        <pc:spChg chg="mod">
          <ac:chgData name="gargi kalia" userId="cb59b880211b7ac4" providerId="LiveId" clId="{0C1E2927-7443-4E42-B1FC-5DF3D0B1C211}" dt="2026-07-15T05:06:41.806" v="695"/>
          <ac:spMkLst>
            <pc:docMk/>
            <pc:sldMk cId="0" sldId="267"/>
            <ac:spMk id="2" creationId="{462AA160-CDA1-B9D3-580C-C96E9A52BB9E}"/>
          </ac:spMkLst>
        </pc:spChg>
        <pc:picChg chg="mod">
          <ac:chgData name="gargi kalia" userId="cb59b880211b7ac4" providerId="LiveId" clId="{0C1E2927-7443-4E42-B1FC-5DF3D0B1C211}" dt="2026-07-14T10:05:20.252" v="544" actId="1076"/>
          <ac:picMkLst>
            <pc:docMk/>
            <pc:sldMk cId="0" sldId="267"/>
            <ac:picMk id="40965" creationId="{DEC95796-C83F-DAEC-B4BA-E0E4E589772F}"/>
          </ac:picMkLst>
        </pc:picChg>
      </pc:sldChg>
      <pc:sldChg chg="modSp mod">
        <pc:chgData name="gargi kalia" userId="cb59b880211b7ac4" providerId="LiveId" clId="{0C1E2927-7443-4E42-B1FC-5DF3D0B1C211}" dt="2026-07-13T10:06:27.878" v="24" actId="20577"/>
        <pc:sldMkLst>
          <pc:docMk/>
          <pc:sldMk cId="0" sldId="304"/>
        </pc:sldMkLst>
        <pc:spChg chg="mod">
          <ac:chgData name="gargi kalia" userId="cb59b880211b7ac4" providerId="LiveId" clId="{0C1E2927-7443-4E42-B1FC-5DF3D0B1C211}" dt="2026-07-13T10:06:27.878" v="24" actId="20577"/>
          <ac:spMkLst>
            <pc:docMk/>
            <pc:sldMk cId="0" sldId="304"/>
            <ac:spMk id="3" creationId="{4A1210B5-0B3A-2642-BDAB-47C35C0B7D24}"/>
          </ac:spMkLst>
        </pc:spChg>
      </pc:sldChg>
      <pc:sldChg chg="addSp delSp modSp del mod modNotesTx">
        <pc:chgData name="gargi kalia" userId="cb59b880211b7ac4" providerId="LiveId" clId="{0C1E2927-7443-4E42-B1FC-5DF3D0B1C211}" dt="2026-07-14T05:18:11.734" v="385" actId="47"/>
        <pc:sldMkLst>
          <pc:docMk/>
          <pc:sldMk cId="295938687" sldId="309"/>
        </pc:sldMkLst>
      </pc:sldChg>
      <pc:sldChg chg="addSp delSp modSp mod">
        <pc:chgData name="gargi kalia" userId="cb59b880211b7ac4" providerId="LiveId" clId="{0C1E2927-7443-4E42-B1FC-5DF3D0B1C211}" dt="2026-07-15T05:09:51.698" v="711" actId="1076"/>
        <pc:sldMkLst>
          <pc:docMk/>
          <pc:sldMk cId="0" sldId="317"/>
        </pc:sldMkLst>
        <pc:spChg chg="mod">
          <ac:chgData name="gargi kalia" userId="cb59b880211b7ac4" providerId="LiveId" clId="{0C1E2927-7443-4E42-B1FC-5DF3D0B1C211}" dt="2026-07-15T05:09:51.698" v="711" actId="1076"/>
          <ac:spMkLst>
            <pc:docMk/>
            <pc:sldMk cId="0" sldId="317"/>
            <ac:spMk id="10242" creationId="{48E82C6A-893E-C712-D62F-50E5D95C3158}"/>
          </ac:spMkLst>
        </pc:spChg>
        <pc:spChg chg="add del mod">
          <ac:chgData name="gargi kalia" userId="cb59b880211b7ac4" providerId="LiveId" clId="{0C1E2927-7443-4E42-B1FC-5DF3D0B1C211}" dt="2026-07-13T10:15:49.054" v="210" actId="255"/>
          <ac:spMkLst>
            <pc:docMk/>
            <pc:sldMk cId="0" sldId="317"/>
            <ac:spMk id="10243" creationId="{DF10D453-731E-C201-B9DD-B9C3B11E89DD}"/>
          </ac:spMkLst>
        </pc:spChg>
      </pc:sldChg>
      <pc:sldChg chg="modSp mod">
        <pc:chgData name="gargi kalia" userId="cb59b880211b7ac4" providerId="LiveId" clId="{0C1E2927-7443-4E42-B1FC-5DF3D0B1C211}" dt="2026-07-13T10:20:19.306" v="301"/>
        <pc:sldMkLst>
          <pc:docMk/>
          <pc:sldMk cId="0" sldId="318"/>
        </pc:sldMkLst>
        <pc:spChg chg="mod">
          <ac:chgData name="gargi kalia" userId="cb59b880211b7ac4" providerId="LiveId" clId="{0C1E2927-7443-4E42-B1FC-5DF3D0B1C211}" dt="2026-07-13T10:20:19.306" v="301"/>
          <ac:spMkLst>
            <pc:docMk/>
            <pc:sldMk cId="0" sldId="318"/>
            <ac:spMk id="21508" creationId="{33438618-F361-7422-30F6-94E780E317C2}"/>
          </ac:spMkLst>
        </pc:spChg>
      </pc:sldChg>
      <pc:sldChg chg="modSp mod">
        <pc:chgData name="gargi kalia" userId="cb59b880211b7ac4" providerId="LiveId" clId="{0C1E2927-7443-4E42-B1FC-5DF3D0B1C211}" dt="2026-07-15T05:11:13.816" v="725" actId="207"/>
        <pc:sldMkLst>
          <pc:docMk/>
          <pc:sldMk cId="0" sldId="335"/>
        </pc:sldMkLst>
        <pc:spChg chg="mod">
          <ac:chgData name="gargi kalia" userId="cb59b880211b7ac4" providerId="LiveId" clId="{0C1E2927-7443-4E42-B1FC-5DF3D0B1C211}" dt="2026-07-15T05:11:13.816" v="725" actId="207"/>
          <ac:spMkLst>
            <pc:docMk/>
            <pc:sldMk cId="0" sldId="335"/>
            <ac:spMk id="2" creationId="{FDD8D079-F3A5-CBE0-F636-410856BF0B5C}"/>
          </ac:spMkLst>
        </pc:spChg>
        <pc:spChg chg="mod">
          <ac:chgData name="gargi kalia" userId="cb59b880211b7ac4" providerId="LiveId" clId="{0C1E2927-7443-4E42-B1FC-5DF3D0B1C211}" dt="2026-07-14T05:20:18.023" v="390"/>
          <ac:spMkLst>
            <pc:docMk/>
            <pc:sldMk cId="0" sldId="335"/>
            <ac:spMk id="14339" creationId="{5D2DEBEC-3BD0-66BD-7188-82002D0B74B1}"/>
          </ac:spMkLst>
        </pc:spChg>
      </pc:sldChg>
      <pc:sldChg chg="modSp mod">
        <pc:chgData name="gargi kalia" userId="cb59b880211b7ac4" providerId="LiveId" clId="{0C1E2927-7443-4E42-B1FC-5DF3D0B1C211}" dt="2026-07-14T05:21:25.062" v="395"/>
        <pc:sldMkLst>
          <pc:docMk/>
          <pc:sldMk cId="0" sldId="336"/>
        </pc:sldMkLst>
        <pc:spChg chg="mod">
          <ac:chgData name="gargi kalia" userId="cb59b880211b7ac4" providerId="LiveId" clId="{0C1E2927-7443-4E42-B1FC-5DF3D0B1C211}" dt="2026-07-14T05:21:25.062" v="395"/>
          <ac:spMkLst>
            <pc:docMk/>
            <pc:sldMk cId="0" sldId="336"/>
            <ac:spMk id="15363" creationId="{A31AE6B0-6308-91B2-2576-4D34B83E279A}"/>
          </ac:spMkLst>
        </pc:spChg>
      </pc:sldChg>
      <pc:sldChg chg="modSp mod">
        <pc:chgData name="gargi kalia" userId="cb59b880211b7ac4" providerId="LiveId" clId="{0C1E2927-7443-4E42-B1FC-5DF3D0B1C211}" dt="2026-07-13T10:06:03.052" v="8" actId="20577"/>
        <pc:sldMkLst>
          <pc:docMk/>
          <pc:sldMk cId="0" sldId="338"/>
        </pc:sldMkLst>
        <pc:spChg chg="mod">
          <ac:chgData name="gargi kalia" userId="cb59b880211b7ac4" providerId="LiveId" clId="{0C1E2927-7443-4E42-B1FC-5DF3D0B1C211}" dt="2026-07-13T10:06:03.052" v="8" actId="20577"/>
          <ac:spMkLst>
            <pc:docMk/>
            <pc:sldMk cId="0" sldId="338"/>
            <ac:spMk id="2" creationId="{98485E9D-2B90-B0E4-3C6A-AF28270F03C1}"/>
          </ac:spMkLst>
        </pc:spChg>
      </pc:sldChg>
      <pc:sldChg chg="modSp mod">
        <pc:chgData name="gargi kalia" userId="cb59b880211b7ac4" providerId="LiveId" clId="{0C1E2927-7443-4E42-B1FC-5DF3D0B1C211}" dt="2026-07-15T05:11:07.576" v="724" actId="255"/>
        <pc:sldMkLst>
          <pc:docMk/>
          <pc:sldMk cId="2961631307" sldId="850"/>
        </pc:sldMkLst>
        <pc:spChg chg="mod">
          <ac:chgData name="gargi kalia" userId="cb59b880211b7ac4" providerId="LiveId" clId="{0C1E2927-7443-4E42-B1FC-5DF3D0B1C211}" dt="2026-07-15T05:10:50.962" v="720" actId="113"/>
          <ac:spMkLst>
            <pc:docMk/>
            <pc:sldMk cId="2961631307" sldId="850"/>
            <ac:spMk id="2" creationId="{D4C93CCE-67E5-5725-38B2-3775AA08909C}"/>
          </ac:spMkLst>
        </pc:spChg>
        <pc:spChg chg="mod">
          <ac:chgData name="gargi kalia" userId="cb59b880211b7ac4" providerId="LiveId" clId="{0C1E2927-7443-4E42-B1FC-5DF3D0B1C211}" dt="2026-07-15T05:11:07.576" v="724" actId="255"/>
          <ac:spMkLst>
            <pc:docMk/>
            <pc:sldMk cId="2961631307" sldId="850"/>
            <ac:spMk id="3" creationId="{3C3C6B8D-DDBC-5038-6919-2132B8CFBB22}"/>
          </ac:spMkLst>
        </pc:spChg>
      </pc:sldChg>
      <pc:sldChg chg="modSp add mod">
        <pc:chgData name="gargi kalia" userId="cb59b880211b7ac4" providerId="LiveId" clId="{0C1E2927-7443-4E42-B1FC-5DF3D0B1C211}" dt="2026-07-15T05:09:40.507" v="709" actId="1076"/>
        <pc:sldMkLst>
          <pc:docMk/>
          <pc:sldMk cId="0" sldId="851"/>
        </pc:sldMkLst>
        <pc:spChg chg="mod">
          <ac:chgData name="gargi kalia" userId="cb59b880211b7ac4" providerId="LiveId" clId="{0C1E2927-7443-4E42-B1FC-5DF3D0B1C211}" dt="2026-07-15T05:09:40.507" v="709" actId="1076"/>
          <ac:spMkLst>
            <pc:docMk/>
            <pc:sldMk cId="0" sldId="851"/>
            <ac:spMk id="21506" creationId="{B64BFD0F-E200-8C1D-C1EE-97E31FC88D76}"/>
          </ac:spMkLst>
        </pc:spChg>
      </pc:sldChg>
      <pc:sldChg chg="modSp mod">
        <pc:chgData name="gargi kalia" userId="cb59b880211b7ac4" providerId="LiveId" clId="{0C1E2927-7443-4E42-B1FC-5DF3D0B1C211}" dt="2026-07-13T10:08:38.231" v="108" actId="20577"/>
        <pc:sldMkLst>
          <pc:docMk/>
          <pc:sldMk cId="2471679512" sldId="857"/>
        </pc:sldMkLst>
        <pc:spChg chg="mod">
          <ac:chgData name="gargi kalia" userId="cb59b880211b7ac4" providerId="LiveId" clId="{0C1E2927-7443-4E42-B1FC-5DF3D0B1C211}" dt="2026-07-13T10:08:38.231" v="108" actId="20577"/>
          <ac:spMkLst>
            <pc:docMk/>
            <pc:sldMk cId="2471679512" sldId="857"/>
            <ac:spMk id="111" creationId="{00000000-0000-0000-0000-000000000000}"/>
          </ac:spMkLst>
        </pc:spChg>
      </pc:sldChg>
      <pc:sldChg chg="addSp delSp modSp mod">
        <pc:chgData name="gargi kalia" userId="cb59b880211b7ac4" providerId="LiveId" clId="{0C1E2927-7443-4E42-B1FC-5DF3D0B1C211}" dt="2026-07-14T10:22:46.191" v="683" actId="14100"/>
        <pc:sldMkLst>
          <pc:docMk/>
          <pc:sldMk cId="3946327752" sldId="858"/>
        </pc:sldMkLst>
        <pc:spChg chg="del mod">
          <ac:chgData name="gargi kalia" userId="cb59b880211b7ac4" providerId="LiveId" clId="{0C1E2927-7443-4E42-B1FC-5DF3D0B1C211}" dt="2026-07-14T10:22:32.061" v="679" actId="478"/>
          <ac:spMkLst>
            <pc:docMk/>
            <pc:sldMk cId="3946327752" sldId="858"/>
            <ac:spMk id="2" creationId="{25AD50F4-DD4E-FC24-CD08-204C51F46F10}"/>
          </ac:spMkLst>
        </pc:spChg>
        <pc:spChg chg="add mod">
          <ac:chgData name="gargi kalia" userId="cb59b880211b7ac4" providerId="LiveId" clId="{0C1E2927-7443-4E42-B1FC-5DF3D0B1C211}" dt="2026-07-14T10:21:51.171" v="668" actId="478"/>
          <ac:spMkLst>
            <pc:docMk/>
            <pc:sldMk cId="3946327752" sldId="858"/>
            <ac:spMk id="3" creationId="{5439D4B9-3736-ABA7-3CC9-C40746A69DCC}"/>
          </ac:spMkLst>
        </pc:spChg>
        <pc:spChg chg="add del mod">
          <ac:chgData name="gargi kalia" userId="cb59b880211b7ac4" providerId="LiveId" clId="{0C1E2927-7443-4E42-B1FC-5DF3D0B1C211}" dt="2026-07-14T05:23:27.616" v="421" actId="22"/>
          <ac:spMkLst>
            <pc:docMk/>
            <pc:sldMk cId="3946327752" sldId="858"/>
            <ac:spMk id="5" creationId="{D040C6DC-7BD8-3083-B120-AC960BA4E3B0}"/>
          </ac:spMkLst>
        </pc:spChg>
        <pc:graphicFrameChg chg="del">
          <ac:chgData name="gargi kalia" userId="cb59b880211b7ac4" providerId="LiveId" clId="{0C1E2927-7443-4E42-B1FC-5DF3D0B1C211}" dt="2026-07-14T05:21:30.260" v="396" actId="478"/>
          <ac:graphicFrameMkLst>
            <pc:docMk/>
            <pc:sldMk cId="3946327752" sldId="858"/>
            <ac:graphicFrameMk id="7" creationId="{C0EBB44D-9352-A1F3-3DC9-64349D76A332}"/>
          </ac:graphicFrameMkLst>
        </pc:graphicFrameChg>
        <pc:picChg chg="add del">
          <ac:chgData name="gargi kalia" userId="cb59b880211b7ac4" providerId="LiveId" clId="{0C1E2927-7443-4E42-B1FC-5DF3D0B1C211}" dt="2026-07-14T10:21:55.024" v="670" actId="478"/>
          <ac:picMkLst>
            <pc:docMk/>
            <pc:sldMk cId="3946327752" sldId="858"/>
            <ac:picMk id="6" creationId="{AC503E59-D8C8-7E2B-5195-ABDC5EE4FAD8}"/>
          </ac:picMkLst>
        </pc:picChg>
        <pc:picChg chg="add del mod ord">
          <ac:chgData name="gargi kalia" userId="cb59b880211b7ac4" providerId="LiveId" clId="{0C1E2927-7443-4E42-B1FC-5DF3D0B1C211}" dt="2026-07-14T10:21:51.171" v="668" actId="478"/>
          <ac:picMkLst>
            <pc:docMk/>
            <pc:sldMk cId="3946327752" sldId="858"/>
            <ac:picMk id="8" creationId="{73F7C987-4D7D-6087-4D23-DBFEC395B5C0}"/>
          </ac:picMkLst>
        </pc:picChg>
        <pc:picChg chg="add mod">
          <ac:chgData name="gargi kalia" userId="cb59b880211b7ac4" providerId="LiveId" clId="{0C1E2927-7443-4E42-B1FC-5DF3D0B1C211}" dt="2026-07-14T10:22:46.191" v="683" actId="14100"/>
          <ac:picMkLst>
            <pc:docMk/>
            <pc:sldMk cId="3946327752" sldId="858"/>
            <ac:picMk id="9" creationId="{0BB683A5-13CE-8908-EB76-E0076BEA970D}"/>
          </ac:picMkLst>
        </pc:picChg>
      </pc:sldChg>
      <pc:sldChg chg="addSp delSp modSp add del mod">
        <pc:chgData name="gargi kalia" userId="cb59b880211b7ac4" providerId="LiveId" clId="{0C1E2927-7443-4E42-B1FC-5DF3D0B1C211}" dt="2026-07-14T05:23:40.109" v="424" actId="47"/>
        <pc:sldMkLst>
          <pc:docMk/>
          <pc:sldMk cId="3606047179" sldId="859"/>
        </pc:sldMkLst>
        <pc:spChg chg="add mod">
          <ac:chgData name="gargi kalia" userId="cb59b880211b7ac4" providerId="LiveId" clId="{0C1E2927-7443-4E42-B1FC-5DF3D0B1C211}" dt="2026-07-14T05:21:43.836" v="401" actId="478"/>
          <ac:spMkLst>
            <pc:docMk/>
            <pc:sldMk cId="3606047179" sldId="859"/>
            <ac:spMk id="3" creationId="{2A92016B-37E3-762B-4C1E-34852BBE33B1}"/>
          </ac:spMkLst>
        </pc:spChg>
        <pc:graphicFrameChg chg="del">
          <ac:chgData name="gargi kalia" userId="cb59b880211b7ac4" providerId="LiveId" clId="{0C1E2927-7443-4E42-B1FC-5DF3D0B1C211}" dt="2026-07-14T05:21:43.836" v="401" actId="478"/>
          <ac:graphicFrameMkLst>
            <pc:docMk/>
            <pc:sldMk cId="3606047179" sldId="859"/>
            <ac:graphicFrameMk id="9" creationId="{6BB06269-DAE6-1FCA-1204-3EBF8A49C12C}"/>
          </ac:graphicFrameMkLst>
        </pc:graphicFrameChg>
      </pc:sldChg>
      <pc:sldChg chg="addSp delSp modSp add del mod">
        <pc:chgData name="gargi kalia" userId="cb59b880211b7ac4" providerId="LiveId" clId="{0C1E2927-7443-4E42-B1FC-5DF3D0B1C211}" dt="2026-07-14T05:23:42.595" v="425" actId="47"/>
        <pc:sldMkLst>
          <pc:docMk/>
          <pc:sldMk cId="2976938380" sldId="860"/>
        </pc:sldMkLst>
        <pc:spChg chg="add del mod">
          <ac:chgData name="gargi kalia" userId="cb59b880211b7ac4" providerId="LiveId" clId="{0C1E2927-7443-4E42-B1FC-5DF3D0B1C211}" dt="2026-07-14T05:22:19.839" v="403" actId="22"/>
          <ac:spMkLst>
            <pc:docMk/>
            <pc:sldMk cId="2976938380" sldId="860"/>
            <ac:spMk id="3" creationId="{D1794B3B-9C72-99C7-D385-9F3FA8BB6F1D}"/>
          </ac:spMkLst>
        </pc:spChg>
        <pc:spChg chg="add del mod">
          <ac:chgData name="gargi kalia" userId="cb59b880211b7ac4" providerId="LiveId" clId="{0C1E2927-7443-4E42-B1FC-5DF3D0B1C211}" dt="2026-07-14T05:23:03.318" v="420"/>
          <ac:spMkLst>
            <pc:docMk/>
            <pc:sldMk cId="2976938380" sldId="860"/>
            <ac:spMk id="8" creationId="{AFB90833-33D7-487F-A42A-837E94403B08}"/>
          </ac:spMkLst>
        </pc:spChg>
        <pc:graphicFrameChg chg="del">
          <ac:chgData name="gargi kalia" userId="cb59b880211b7ac4" providerId="LiveId" clId="{0C1E2927-7443-4E42-B1FC-5DF3D0B1C211}" dt="2026-07-14T05:21:48.200" v="402" actId="478"/>
          <ac:graphicFrameMkLst>
            <pc:docMk/>
            <pc:sldMk cId="2976938380" sldId="860"/>
            <ac:graphicFrameMk id="6" creationId="{B39E29F5-2218-B595-99D7-5E224CDF9456}"/>
          </ac:graphicFrameMkLst>
        </pc:graphicFrameChg>
        <pc:graphicFrameChg chg="add mod modGraphic">
          <ac:chgData name="gargi kalia" userId="cb59b880211b7ac4" providerId="LiveId" clId="{0C1E2927-7443-4E42-B1FC-5DF3D0B1C211}" dt="2026-07-14T05:23:03.318" v="420"/>
          <ac:graphicFrameMkLst>
            <pc:docMk/>
            <pc:sldMk cId="2976938380" sldId="860"/>
            <ac:graphicFrameMk id="9" creationId="{4B939E1E-F68D-CF3B-9E7B-31793F5678D3}"/>
          </ac:graphicFrameMkLst>
        </pc:graphicFrameChg>
        <pc:picChg chg="add del mod ord">
          <ac:chgData name="gargi kalia" userId="cb59b880211b7ac4" providerId="LiveId" clId="{0C1E2927-7443-4E42-B1FC-5DF3D0B1C211}" dt="2026-07-14T05:22:42.145" v="406" actId="478"/>
          <ac:picMkLst>
            <pc:docMk/>
            <pc:sldMk cId="2976938380" sldId="860"/>
            <ac:picMk id="7" creationId="{451BBD36-8CAE-3D25-C058-2723B60169C7}"/>
          </ac:picMkLst>
        </pc:picChg>
      </pc:sldChg>
      <pc:sldChg chg="delSp modSp mod">
        <pc:chgData name="gargi kalia" userId="cb59b880211b7ac4" providerId="LiveId" clId="{0C1E2927-7443-4E42-B1FC-5DF3D0B1C211}" dt="2026-07-15T05:10:29.814" v="717" actId="1076"/>
        <pc:sldMkLst>
          <pc:docMk/>
          <pc:sldMk cId="4259491250" sldId="3857"/>
        </pc:sldMkLst>
        <pc:spChg chg="del">
          <ac:chgData name="gargi kalia" userId="cb59b880211b7ac4" providerId="LiveId" clId="{0C1E2927-7443-4E42-B1FC-5DF3D0B1C211}" dt="2026-07-15T05:10:26.581" v="716" actId="478"/>
          <ac:spMkLst>
            <pc:docMk/>
            <pc:sldMk cId="4259491250" sldId="3857"/>
            <ac:spMk id="2" creationId="{C490FD8B-58F9-9FE4-2731-6A10151DD651}"/>
          </ac:spMkLst>
        </pc:spChg>
        <pc:spChg chg="mod">
          <ac:chgData name="gargi kalia" userId="cb59b880211b7ac4" providerId="LiveId" clId="{0C1E2927-7443-4E42-B1FC-5DF3D0B1C211}" dt="2026-07-15T05:10:29.814" v="717" actId="1076"/>
          <ac:spMkLst>
            <pc:docMk/>
            <pc:sldMk cId="4259491250" sldId="3857"/>
            <ac:spMk id="3" creationId="{860122F6-266F-AA43-250B-6D30869D79B2}"/>
          </ac:spMkLst>
        </pc:spChg>
      </pc:sldChg>
      <pc:sldChg chg="modSp mod">
        <pc:chgData name="gargi kalia" userId="cb59b880211b7ac4" providerId="LiveId" clId="{0C1E2927-7443-4E42-B1FC-5DF3D0B1C211}" dt="2026-07-15T05:11:21.954" v="727" actId="207"/>
        <pc:sldMkLst>
          <pc:docMk/>
          <pc:sldMk cId="3519291915" sldId="3859"/>
        </pc:sldMkLst>
        <pc:spChg chg="mod">
          <ac:chgData name="gargi kalia" userId="cb59b880211b7ac4" providerId="LiveId" clId="{0C1E2927-7443-4E42-B1FC-5DF3D0B1C211}" dt="2026-07-15T05:11:21.954" v="727" actId="207"/>
          <ac:spMkLst>
            <pc:docMk/>
            <pc:sldMk cId="3519291915" sldId="3859"/>
            <ac:spMk id="2" creationId="{53657093-8255-1A69-12E5-F9B94C44F6B2}"/>
          </ac:spMkLst>
        </pc:spChg>
        <pc:graphicFrameChg chg="modGraphic">
          <ac:chgData name="gargi kalia" userId="cb59b880211b7ac4" providerId="LiveId" clId="{0C1E2927-7443-4E42-B1FC-5DF3D0B1C211}" dt="2026-07-14T08:33:13.812" v="441" actId="20577"/>
          <ac:graphicFrameMkLst>
            <pc:docMk/>
            <pc:sldMk cId="3519291915" sldId="3859"/>
            <ac:graphicFrameMk id="6" creationId="{39B8FA9C-C7B7-3943-5BEA-B4353677E2AC}"/>
          </ac:graphicFrameMkLst>
        </pc:graphicFrameChg>
      </pc:sldChg>
      <pc:sldChg chg="delSp">
        <pc:chgData name="gargi kalia" userId="cb59b880211b7ac4" providerId="LiveId" clId="{0C1E2927-7443-4E42-B1FC-5DF3D0B1C211}" dt="2026-07-15T05:05:56.613" v="691" actId="478"/>
        <pc:sldMkLst>
          <pc:docMk/>
          <pc:sldMk cId="3892191699" sldId="3860"/>
        </pc:sldMkLst>
        <pc:spChg chg="del">
          <ac:chgData name="gargi kalia" userId="cb59b880211b7ac4" providerId="LiveId" clId="{0C1E2927-7443-4E42-B1FC-5DF3D0B1C211}" dt="2026-07-15T05:05:56.613" v="691" actId="478"/>
          <ac:spMkLst>
            <pc:docMk/>
            <pc:sldMk cId="3892191699" sldId="3860"/>
            <ac:spMk id="2" creationId="{C15FBD48-0D6F-286E-B2A9-010D8C108259}"/>
          </ac:spMkLst>
        </pc:spChg>
      </pc:sldChg>
      <pc:sldChg chg="addSp delSp modSp mod">
        <pc:chgData name="gargi kalia" userId="cb59b880211b7ac4" providerId="LiveId" clId="{0C1E2927-7443-4E42-B1FC-5DF3D0B1C211}" dt="2026-07-15T05:05:49.605" v="690" actId="478"/>
        <pc:sldMkLst>
          <pc:docMk/>
          <pc:sldMk cId="1518033726" sldId="3861"/>
        </pc:sldMkLst>
        <pc:spChg chg="del mod">
          <ac:chgData name="gargi kalia" userId="cb59b880211b7ac4" providerId="LiveId" clId="{0C1E2927-7443-4E42-B1FC-5DF3D0B1C211}" dt="2026-07-15T05:05:49.605" v="690" actId="478"/>
          <ac:spMkLst>
            <pc:docMk/>
            <pc:sldMk cId="1518033726" sldId="3861"/>
            <ac:spMk id="2" creationId="{3D2784CA-5B32-B49E-908F-09937F5B53C5}"/>
          </ac:spMkLst>
        </pc:spChg>
        <pc:spChg chg="mod">
          <ac:chgData name="gargi kalia" userId="cb59b880211b7ac4" providerId="LiveId" clId="{0C1E2927-7443-4E42-B1FC-5DF3D0B1C211}" dt="2026-07-15T05:05:45.494" v="689" actId="20577"/>
          <ac:spMkLst>
            <pc:docMk/>
            <pc:sldMk cId="1518033726" sldId="3861"/>
            <ac:spMk id="3" creationId="{B5EF0C32-6877-A029-53AA-E4494F43E748}"/>
          </ac:spMkLst>
        </pc:spChg>
        <pc:spChg chg="add mod">
          <ac:chgData name="gargi kalia" userId="cb59b880211b7ac4" providerId="LiveId" clId="{0C1E2927-7443-4E42-B1FC-5DF3D0B1C211}" dt="2026-07-14T10:17:59.828" v="667"/>
          <ac:spMkLst>
            <pc:docMk/>
            <pc:sldMk cId="1518033726" sldId="3861"/>
            <ac:spMk id="7" creationId="{564336C3-BDD9-8E48-07A5-73964D089D88}"/>
          </ac:spMkLst>
        </pc:spChg>
        <pc:graphicFrameChg chg="del mod modGraphic">
          <ac:chgData name="gargi kalia" userId="cb59b880211b7ac4" providerId="LiveId" clId="{0C1E2927-7443-4E42-B1FC-5DF3D0B1C211}" dt="2026-07-14T10:14:02.213" v="546" actId="478"/>
          <ac:graphicFrameMkLst>
            <pc:docMk/>
            <pc:sldMk cId="1518033726" sldId="3861"/>
            <ac:graphicFrameMk id="5" creationId="{1F33C50F-3216-06DE-D988-1049B1F4FF12}"/>
          </ac:graphicFrameMkLst>
        </pc:graphicFrameChg>
      </pc:sldChg>
      <pc:sldChg chg="delSp modSp mod">
        <pc:chgData name="gargi kalia" userId="cb59b880211b7ac4" providerId="LiveId" clId="{0C1E2927-7443-4E42-B1FC-5DF3D0B1C211}" dt="2026-07-15T05:06:04.052" v="692" actId="478"/>
        <pc:sldMkLst>
          <pc:docMk/>
          <pc:sldMk cId="4154574238" sldId="3862"/>
        </pc:sldMkLst>
        <pc:spChg chg="del">
          <ac:chgData name="gargi kalia" userId="cb59b880211b7ac4" providerId="LiveId" clId="{0C1E2927-7443-4E42-B1FC-5DF3D0B1C211}" dt="2026-07-15T05:06:04.052" v="692" actId="478"/>
          <ac:spMkLst>
            <pc:docMk/>
            <pc:sldMk cId="4154574238" sldId="3862"/>
            <ac:spMk id="2" creationId="{529578AC-8A98-3C66-D989-54CFDB236B76}"/>
          </ac:spMkLst>
        </pc:spChg>
        <pc:graphicFrameChg chg="modGraphic">
          <ac:chgData name="gargi kalia" userId="cb59b880211b7ac4" providerId="LiveId" clId="{0C1E2927-7443-4E42-B1FC-5DF3D0B1C211}" dt="2026-07-14T08:36:16.258" v="516" actId="20577"/>
          <ac:graphicFrameMkLst>
            <pc:docMk/>
            <pc:sldMk cId="4154574238" sldId="3862"/>
            <ac:graphicFrameMk id="6" creationId="{51E60394-EAAA-CD3F-ED10-712FACA1E699}"/>
          </ac:graphicFrameMkLst>
        </pc:graphicFrameChg>
      </pc:sldChg>
      <pc:sldChg chg="modSp mod">
        <pc:chgData name="gargi kalia" userId="cb59b880211b7ac4" providerId="LiveId" clId="{0C1E2927-7443-4E42-B1FC-5DF3D0B1C211}" dt="2026-07-15T05:11:02.145" v="723" actId="1076"/>
        <pc:sldMkLst>
          <pc:docMk/>
          <pc:sldMk cId="3315817559" sldId="3863"/>
        </pc:sldMkLst>
        <pc:spChg chg="mod">
          <ac:chgData name="gargi kalia" userId="cb59b880211b7ac4" providerId="LiveId" clId="{0C1E2927-7443-4E42-B1FC-5DF3D0B1C211}" dt="2026-07-15T05:10:54.225" v="721" actId="113"/>
          <ac:spMkLst>
            <pc:docMk/>
            <pc:sldMk cId="3315817559" sldId="3863"/>
            <ac:spMk id="2" creationId="{CDD66DCA-B98C-26FE-8114-B3CD2FA3A4BD}"/>
          </ac:spMkLst>
        </pc:spChg>
        <pc:spChg chg="mod">
          <ac:chgData name="gargi kalia" userId="cb59b880211b7ac4" providerId="LiveId" clId="{0C1E2927-7443-4E42-B1FC-5DF3D0B1C211}" dt="2026-07-15T05:11:02.145" v="723" actId="1076"/>
          <ac:spMkLst>
            <pc:docMk/>
            <pc:sldMk cId="3315817559" sldId="3863"/>
            <ac:spMk id="3" creationId="{D2974977-F575-9E9C-7510-51A5CE7750DE}"/>
          </ac:spMkLst>
        </pc:spChg>
      </pc:sldChg>
      <pc:sldChg chg="modSp mod">
        <pc:chgData name="gargi kalia" userId="cb59b880211b7ac4" providerId="LiveId" clId="{0C1E2927-7443-4E42-B1FC-5DF3D0B1C211}" dt="2026-07-15T05:11:28.621" v="728" actId="207"/>
        <pc:sldMkLst>
          <pc:docMk/>
          <pc:sldMk cId="3204221504" sldId="3864"/>
        </pc:sldMkLst>
        <pc:spChg chg="mod">
          <ac:chgData name="gargi kalia" userId="cb59b880211b7ac4" providerId="LiveId" clId="{0C1E2927-7443-4E42-B1FC-5DF3D0B1C211}" dt="2026-07-15T05:11:28.621" v="728" actId="207"/>
          <ac:spMkLst>
            <pc:docMk/>
            <pc:sldMk cId="3204221504" sldId="3864"/>
            <ac:spMk id="2" creationId="{69D2EC9A-DECB-4C5B-B928-B0F14B00840E}"/>
          </ac:spMkLst>
        </pc:spChg>
      </pc:sldChg>
      <pc:sldChg chg="delSp modSp">
        <pc:chgData name="gargi kalia" userId="cb59b880211b7ac4" providerId="LiveId" clId="{0C1E2927-7443-4E42-B1FC-5DF3D0B1C211}" dt="2026-07-15T05:10:44.751" v="719" actId="1076"/>
        <pc:sldMkLst>
          <pc:docMk/>
          <pc:sldMk cId="2696754337" sldId="3865"/>
        </pc:sldMkLst>
        <pc:spChg chg="del">
          <ac:chgData name="gargi kalia" userId="cb59b880211b7ac4" providerId="LiveId" clId="{0C1E2927-7443-4E42-B1FC-5DF3D0B1C211}" dt="2026-07-15T05:10:41.606" v="718" actId="478"/>
          <ac:spMkLst>
            <pc:docMk/>
            <pc:sldMk cId="2696754337" sldId="3865"/>
            <ac:spMk id="2" creationId="{B6BB86BE-8CEB-A4A0-1434-1B4D35B686E3}"/>
          </ac:spMkLst>
        </pc:spChg>
        <pc:spChg chg="mod">
          <ac:chgData name="gargi kalia" userId="cb59b880211b7ac4" providerId="LiveId" clId="{0C1E2927-7443-4E42-B1FC-5DF3D0B1C211}" dt="2026-07-15T05:10:44.751" v="719" actId="1076"/>
          <ac:spMkLst>
            <pc:docMk/>
            <pc:sldMk cId="2696754337" sldId="3865"/>
            <ac:spMk id="5" creationId="{6DBE4FDE-6E50-4129-7F98-585C849BA539}"/>
          </ac:spMkLst>
        </pc:spChg>
      </pc:sldChg>
      <pc:sldChg chg="delSp modSp">
        <pc:chgData name="gargi kalia" userId="cb59b880211b7ac4" providerId="LiveId" clId="{0C1E2927-7443-4E42-B1FC-5DF3D0B1C211}" dt="2026-07-15T05:10:20.858" v="715" actId="1076"/>
        <pc:sldMkLst>
          <pc:docMk/>
          <pc:sldMk cId="3389572161" sldId="3866"/>
        </pc:sldMkLst>
        <pc:spChg chg="del">
          <ac:chgData name="gargi kalia" userId="cb59b880211b7ac4" providerId="LiveId" clId="{0C1E2927-7443-4E42-B1FC-5DF3D0B1C211}" dt="2026-07-15T05:10:16.832" v="714" actId="478"/>
          <ac:spMkLst>
            <pc:docMk/>
            <pc:sldMk cId="3389572161" sldId="3866"/>
            <ac:spMk id="2" creationId="{0052E78C-C5A1-502D-0531-E04AF054505D}"/>
          </ac:spMkLst>
        </pc:spChg>
        <pc:spChg chg="mod">
          <ac:chgData name="gargi kalia" userId="cb59b880211b7ac4" providerId="LiveId" clId="{0C1E2927-7443-4E42-B1FC-5DF3D0B1C211}" dt="2026-07-15T05:10:20.858" v="715" actId="1076"/>
          <ac:spMkLst>
            <pc:docMk/>
            <pc:sldMk cId="3389572161" sldId="3866"/>
            <ac:spMk id="3" creationId="{FFC0942E-5A4D-148D-5284-711DD61ECE89}"/>
          </ac:spMkLst>
        </pc:spChg>
      </pc:sldChg>
      <pc:sldChg chg="modSp mod">
        <pc:chgData name="gargi kalia" userId="cb59b880211b7ac4" providerId="LiveId" clId="{0C1E2927-7443-4E42-B1FC-5DF3D0B1C211}" dt="2026-07-15T05:11:18.753" v="726" actId="207"/>
        <pc:sldMkLst>
          <pc:docMk/>
          <pc:sldMk cId="3357901257" sldId="3867"/>
        </pc:sldMkLst>
        <pc:spChg chg="mod">
          <ac:chgData name="gargi kalia" userId="cb59b880211b7ac4" providerId="LiveId" clId="{0C1E2927-7443-4E42-B1FC-5DF3D0B1C211}" dt="2026-07-15T05:11:18.753" v="726" actId="207"/>
          <ac:spMkLst>
            <pc:docMk/>
            <pc:sldMk cId="3357901257" sldId="3867"/>
            <ac:spMk id="2" creationId="{81EF7995-1CC1-EA16-F5E7-A011815CA96D}"/>
          </ac:spMkLst>
        </pc:spChg>
        <pc:spChg chg="mod">
          <ac:chgData name="gargi kalia" userId="cb59b880211b7ac4" providerId="LiveId" clId="{0C1E2927-7443-4E42-B1FC-5DF3D0B1C211}" dt="2026-07-13T10:18:06.213" v="299" actId="1076"/>
          <ac:spMkLst>
            <pc:docMk/>
            <pc:sldMk cId="3357901257" sldId="3867"/>
            <ac:spMk id="5" creationId="{1C9B94C0-F6CA-894F-1C2F-C270BCD7AA18}"/>
          </ac:spMkLst>
        </pc:spChg>
      </pc:sldChg>
      <pc:sldChg chg="modSp del mod">
        <pc:chgData name="gargi kalia" userId="cb59b880211b7ac4" providerId="LiveId" clId="{0C1E2927-7443-4E42-B1FC-5DF3D0B1C211}" dt="2026-07-14T05:17:52.549" v="384" actId="47"/>
        <pc:sldMkLst>
          <pc:docMk/>
          <pc:sldMk cId="1372506125" sldId="3869"/>
        </pc:sldMkLst>
      </pc:sldChg>
      <pc:sldChg chg="delSp">
        <pc:chgData name="gargi kalia" userId="cb59b880211b7ac4" providerId="LiveId" clId="{0C1E2927-7443-4E42-B1FC-5DF3D0B1C211}" dt="2026-07-15T05:06:12.907" v="693" actId="478"/>
        <pc:sldMkLst>
          <pc:docMk/>
          <pc:sldMk cId="240421515" sldId="3870"/>
        </pc:sldMkLst>
        <pc:spChg chg="del">
          <ac:chgData name="gargi kalia" userId="cb59b880211b7ac4" providerId="LiveId" clId="{0C1E2927-7443-4E42-B1FC-5DF3D0B1C211}" dt="2026-07-15T05:06:12.907" v="693" actId="478"/>
          <ac:spMkLst>
            <pc:docMk/>
            <pc:sldMk cId="240421515" sldId="3870"/>
            <ac:spMk id="2" creationId="{3DAEF41E-8949-42A3-A63D-35B6553EF1D2}"/>
          </ac:spMkLst>
        </pc:spChg>
      </pc:sldChg>
      <pc:sldChg chg="delSp modSp">
        <pc:chgData name="gargi kalia" userId="cb59b880211b7ac4" providerId="LiveId" clId="{0C1E2927-7443-4E42-B1FC-5DF3D0B1C211}" dt="2026-07-15T05:11:37" v="729" actId="1076"/>
        <pc:sldMkLst>
          <pc:docMk/>
          <pc:sldMk cId="1773346717" sldId="3872"/>
        </pc:sldMkLst>
        <pc:spChg chg="del">
          <ac:chgData name="gargi kalia" userId="cb59b880211b7ac4" providerId="LiveId" clId="{0C1E2927-7443-4E42-B1FC-5DF3D0B1C211}" dt="2026-07-15T05:06:23.022" v="694" actId="478"/>
          <ac:spMkLst>
            <pc:docMk/>
            <pc:sldMk cId="1773346717" sldId="3872"/>
            <ac:spMk id="2" creationId="{CBE4E485-A0FD-48C8-AA1E-48190256CD59}"/>
          </ac:spMkLst>
        </pc:spChg>
        <pc:picChg chg="mod">
          <ac:chgData name="gargi kalia" userId="cb59b880211b7ac4" providerId="LiveId" clId="{0C1E2927-7443-4E42-B1FC-5DF3D0B1C211}" dt="2026-07-15T05:11:37" v="729" actId="1076"/>
          <ac:picMkLst>
            <pc:docMk/>
            <pc:sldMk cId="1773346717" sldId="3872"/>
            <ac:picMk id="4" creationId="{F2188C5C-DE62-4AD1-AE4C-9E94A561B867}"/>
          </ac:picMkLst>
        </pc:picChg>
      </pc:sldChg>
      <pc:sldChg chg="new del">
        <pc:chgData name="gargi kalia" userId="cb59b880211b7ac4" providerId="LiveId" clId="{0C1E2927-7443-4E42-B1FC-5DF3D0B1C211}" dt="2026-07-15T05:04:57.254" v="686" actId="47"/>
        <pc:sldMkLst>
          <pc:docMk/>
          <pc:sldMk cId="1022010073" sldId="38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D2C033-E378-17C3-18C2-7CEE429BA7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C7CBC-9108-225F-213C-CDC7FAA36B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FAB003E5-2BE6-4B37-B7DE-2B6016BA080E}" type="datetimeFigureOut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A52EB60-F769-85A0-BC65-75FC5099C3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1B66989-EB97-1D6B-E7FA-F3B92B6BA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6B853-46AB-25D1-F11A-542E784F01E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B5BDE-1C90-2A66-4300-3A538E8F33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0BED6B5-8CB8-4CA1-BF2C-F9D5744A56B0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87495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>
            <a:extLst>
              <a:ext uri="{FF2B5EF4-FFF2-40B4-BE49-F238E27FC236}">
                <a16:creationId xmlns:a16="http://schemas.microsoft.com/office/drawing/2014/main" id="{9F0C7676-454B-6E7D-7A32-232A56F0DA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>
            <a:extLst>
              <a:ext uri="{FF2B5EF4-FFF2-40B4-BE49-F238E27FC236}">
                <a16:creationId xmlns:a16="http://schemas.microsoft.com/office/drawing/2014/main" id="{8F908531-36EB-F160-319B-6D7BD47A83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6967E7A1-FF42-A847-0439-7C1AE35A2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ACB826-8BC0-4236-A760-7D12A270C1B7}" type="slidenum">
              <a:rPr lang="en-IN" altLang="en-US" smtClean="0"/>
              <a:pPr>
                <a:spcBef>
                  <a:spcPct val="0"/>
                </a:spcBef>
              </a:pPr>
              <a:t>6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101252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F5E1A-EFB8-C278-5E2B-0A3DBBB9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F473AD-CFB5-44C9-B5EA-50557DCEDBE2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AE043-6A3D-EB73-A2F3-52426DF10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DB69B-A67D-E563-8296-D73088BE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303260-F58A-4396-93A7-F0D52821DBF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038874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ED9EC-99A1-8481-732A-0B05E51E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59BCA-A04A-412F-9E88-65527A9DA2C5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C0AA3-8561-9813-46E9-452AEDCAE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8C615-F0AC-2697-4A38-A75FCB82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AF16E9-3B9A-4A97-BAC2-4E21E22807D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823007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8D88D-CAD6-F223-9274-F9D52833A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82D70-E9DF-4AA7-9B88-40CB9DB40E28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6511A-AF44-A149-A99B-CEE03740F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880AF-4DDF-0917-AEDD-5731C46A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3AE99-3B59-4B17-AFDD-9A81F5BEDF54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82552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41E51DE-B044-4503-5CF2-5CC91022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6CC17-4D5F-4A85-86EE-D9345E8C8DEF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93AFBDA-F5B7-6AA3-A8CA-561DD6CBA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63F201C-C57A-51EE-A998-70897EAD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D46CC-213B-42F1-BCDD-DF6A9827DB4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29338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26C11AE-E0CE-933E-6C52-2A50E405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52C48-30EA-420A-B569-51867FF5C03A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1632953-BB99-5DA5-72EA-C345A3A75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9F362B-396A-5D92-0BF4-2B933D61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C2869-38FC-4913-9493-75875FA9D3E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68708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B07B1D4-A6BC-4F55-AE94-62093651E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E7BBBB-8880-490C-A4A5-53C16CF6D68C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65B968-E75C-6488-DA1D-2807BFCAC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8BA44E7-3712-D31B-AF62-047E5E4B7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D9DF0-7593-43B8-A339-21A7C4A1EA4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20111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7E80EA-2C98-DBB7-E33D-56EFCF2E9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922A5-4DBC-461E-BEE1-DAEBF0A9AE60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62EDE5B-E994-36D4-80D0-D6B71471A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A08D4A3-4062-8ABB-B17E-8DFB9C752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C69A3-443F-45B4-B044-42C27F625A7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7845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E57C792-BB7A-B742-EC15-A0E8F8AE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5BD60-06DD-49BD-80E3-EA7278383A36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31E2BB0-3849-EC6F-0BF7-9D62B1A8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558F1-70D9-2A06-1033-19433894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7734F-0525-44AE-AF64-650370E9E22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5782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935D9C5-830E-240B-A1CA-4020D83B2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78BD5D-E520-4626-BCB4-D69CF2B9F0D1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D615F6E-60D0-6A75-FEAD-12766D6E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4547BE3-8B05-6FFC-8FE4-A5D70CBCF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25078-4772-467D-9109-26E0ADE3BEFD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686270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529D0-2693-A11A-D926-AA53749E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23FA3-1B24-4503-BE49-F9583462278A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AE46F-C7C1-657D-0396-868F912D6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A22D0-96DD-39A5-88C5-EC83AF658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E2051-08A4-47DD-9A89-CB6762B1A51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65199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8402E-4607-814F-FDEF-FDEAC42C1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9E884-7B42-4EA3-9F9A-2C54D0379759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FC0E5-549F-110E-A347-1BA97395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DD30B-0F98-E763-B2A9-42D5764D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9ADBC5-F584-49F1-A67D-85F141F6189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15878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62">
            <a:extLst>
              <a:ext uri="{FF2B5EF4-FFF2-40B4-BE49-F238E27FC236}">
                <a16:creationId xmlns:a16="http://schemas.microsoft.com/office/drawing/2014/main" id="{22E1E422-0DD5-0A77-A96D-FE832864270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38" y="207963"/>
            <a:ext cx="159385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Google Shape;17;p62">
            <a:extLst>
              <a:ext uri="{FF2B5EF4-FFF2-40B4-BE49-F238E27FC236}">
                <a16:creationId xmlns:a16="http://schemas.microsoft.com/office/drawing/2014/main" id="{E81515D3-C165-91A8-3822-A63A39C0EDA8}"/>
              </a:ext>
            </a:extLst>
          </p:cNvPr>
          <p:cNvSpPr/>
          <p:nvPr/>
        </p:nvSpPr>
        <p:spPr>
          <a:xfrm>
            <a:off x="0" y="6354763"/>
            <a:ext cx="6092825" cy="503237"/>
          </a:xfrm>
          <a:prstGeom prst="rect">
            <a:avLst/>
          </a:prstGeom>
          <a:solidFill>
            <a:srgbClr val="ED771F"/>
          </a:solidFill>
          <a:ln>
            <a:noFill/>
          </a:ln>
        </p:spPr>
        <p:txBody>
          <a:bodyPr spcFirstLastPara="1" lIns="68569" tIns="34275" rIns="68569" bIns="34275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350">
              <a:solidFill>
                <a:prstClr val="whit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8;p62">
            <a:extLst>
              <a:ext uri="{FF2B5EF4-FFF2-40B4-BE49-F238E27FC236}">
                <a16:creationId xmlns:a16="http://schemas.microsoft.com/office/drawing/2014/main" id="{26BA7DE6-2933-56C4-F2A9-5FFE6E679832}"/>
              </a:ext>
            </a:extLst>
          </p:cNvPr>
          <p:cNvSpPr/>
          <p:nvPr/>
        </p:nvSpPr>
        <p:spPr>
          <a:xfrm>
            <a:off x="6264275" y="6354763"/>
            <a:ext cx="2879725" cy="503237"/>
          </a:xfrm>
          <a:prstGeom prst="rect">
            <a:avLst/>
          </a:prstGeom>
          <a:solidFill>
            <a:srgbClr val="EE771E"/>
          </a:solidFill>
          <a:ln>
            <a:noFill/>
          </a:ln>
        </p:spPr>
        <p:txBody>
          <a:bodyPr spcFirstLastPara="1" lIns="68569" tIns="34275" rIns="68569" bIns="34275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350">
              <a:solidFill>
                <a:prstClr val="whit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9;p62">
            <a:extLst>
              <a:ext uri="{FF2B5EF4-FFF2-40B4-BE49-F238E27FC236}">
                <a16:creationId xmlns:a16="http://schemas.microsoft.com/office/drawing/2014/main" id="{00B39CBA-BF95-14CB-768B-CE9CA05EB94E}"/>
              </a:ext>
            </a:extLst>
          </p:cNvPr>
          <p:cNvSpPr txBox="1"/>
          <p:nvPr/>
        </p:nvSpPr>
        <p:spPr>
          <a:xfrm>
            <a:off x="7304088" y="6467475"/>
            <a:ext cx="1176337" cy="207963"/>
          </a:xfrm>
          <a:prstGeom prst="rect">
            <a:avLst/>
          </a:prstGeom>
          <a:noFill/>
          <a:ln>
            <a:noFill/>
          </a:ln>
        </p:spPr>
        <p:txBody>
          <a:bodyPr spcFirstLastPara="1" lIns="68569" tIns="34275" rIns="68569" bIns="34275">
            <a:sp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900" b="1">
                <a:solidFill>
                  <a:prstClr val="white"/>
                </a:solidFill>
                <a:latin typeface="Open Sans"/>
                <a:ea typeface="Open Sans"/>
                <a:cs typeface="Open Sans"/>
                <a:sym typeface="Open Sans"/>
              </a:rPr>
              <a:t>WWW.LPU.IN</a:t>
            </a:r>
            <a:endParaRPr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106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8ECFA08-8D1D-11CB-1CA8-0707D075A9B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BEF32C5-A1D0-B7C1-CE97-BC1572263F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53821-516D-84F1-BE65-1994124E96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84D1A83-351A-47C3-887E-B6062AF52657}" type="datetime1">
              <a:rPr lang="en-IN"/>
              <a:pPr>
                <a:defRPr/>
              </a:pPr>
              <a:t>15-07-2026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FC9CC-7BC8-31E4-93C7-228B8A97E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8AECA-B0F3-A074-866C-D1574A417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E2FDF77-0EDF-4A18-9DAD-6212643D5B9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85E9D-2B90-B0E4-3C6A-AF28270F0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7338" y="2319338"/>
            <a:ext cx="8856662" cy="1470025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sz="5400" dirty="0">
                <a:solidFill>
                  <a:schemeClr val="tx2">
                    <a:lumMod val="50000"/>
                  </a:schemeClr>
                </a:solidFill>
                <a:latin typeface="Berlin Sans FB Demi" pitchFamily="34" charset="0"/>
              </a:rPr>
            </a:br>
            <a:r>
              <a:rPr lang="en-US" b="1" dirty="0"/>
              <a:t>CSE570</a:t>
            </a:r>
            <a:br>
              <a:rPr lang="en-US" sz="5400" dirty="0">
                <a:solidFill>
                  <a:schemeClr val="tx2">
                    <a:lumMod val="50000"/>
                  </a:schemeClr>
                </a:solidFill>
                <a:latin typeface="Berlin Sans FB Demi" pitchFamily="34" charset="0"/>
              </a:rPr>
            </a:br>
            <a:r>
              <a:rPr lang="en-US" b="1" dirty="0"/>
              <a:t>MACHINE LEARNING WITH PYTHON </a:t>
            </a:r>
            <a:br>
              <a:rPr lang="en-US" sz="5400" dirty="0">
                <a:solidFill>
                  <a:schemeClr val="tx2">
                    <a:lumMod val="50000"/>
                  </a:schemeClr>
                </a:solidFill>
                <a:latin typeface="Berlin Sans FB Demi" pitchFamily="34" charset="0"/>
              </a:rPr>
            </a:br>
            <a:br>
              <a:rPr lang="en-US" sz="5400" dirty="0">
                <a:solidFill>
                  <a:schemeClr val="tx2">
                    <a:lumMod val="50000"/>
                  </a:schemeClr>
                </a:solidFill>
                <a:latin typeface="Berlin Sans FB Demi" pitchFamily="34" charset="0"/>
              </a:rPr>
            </a:br>
            <a:endParaRPr lang="en-IN" sz="5400" dirty="0">
              <a:solidFill>
                <a:schemeClr val="tx2">
                  <a:lumMod val="50000"/>
                </a:schemeClr>
              </a:solidFill>
              <a:latin typeface="Berlin Sans FB Demi" pitchFamily="34" charset="0"/>
            </a:endParaRPr>
          </a:p>
        </p:txBody>
      </p:sp>
      <p:graphicFrame>
        <p:nvGraphicFramePr>
          <p:cNvPr id="6147" name="Object 86">
            <a:extLst>
              <a:ext uri="{FF2B5EF4-FFF2-40B4-BE49-F238E27FC236}">
                <a16:creationId xmlns:a16="http://schemas.microsoft.com/office/drawing/2014/main" id="{94D5542B-D287-3BE8-0F2A-EF69998866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85725"/>
          <a:ext cx="1676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37020" imgH="5409524" progId="">
                  <p:embed/>
                </p:oleObj>
              </mc:Choice>
              <mc:Fallback>
                <p:oleObj r:id="rId2" imgW="13937020" imgH="5409524" progId="">
                  <p:embed/>
                  <p:pic>
                    <p:nvPicPr>
                      <p:cNvPr id="6147" name="Object 86">
                        <a:extLst>
                          <a:ext uri="{FF2B5EF4-FFF2-40B4-BE49-F238E27FC236}">
                            <a16:creationId xmlns:a16="http://schemas.microsoft.com/office/drawing/2014/main" id="{94D5542B-D287-3BE8-0F2A-EF69998866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85725"/>
                        <a:ext cx="16764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196934-C79F-450C-2D62-2702B7724FD4}"/>
              </a:ext>
            </a:extLst>
          </p:cNvPr>
          <p:cNvCxnSpPr/>
          <p:nvPr/>
        </p:nvCxnSpPr>
        <p:spPr>
          <a:xfrm>
            <a:off x="1042988" y="3789363"/>
            <a:ext cx="7058025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9DD5C1B-738A-D10B-21CE-C31E8E81D57B}"/>
              </a:ext>
            </a:extLst>
          </p:cNvPr>
          <p:cNvSpPr txBox="1"/>
          <p:nvPr/>
        </p:nvSpPr>
        <p:spPr>
          <a:xfrm>
            <a:off x="3822700" y="3917950"/>
            <a:ext cx="1770063" cy="461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 Rounded MT Bold" pitchFamily="34" charset="0"/>
                <a:cs typeface="+mn-cs"/>
              </a:rPr>
              <a:t>Lecture #0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Arial Rounded MT Bold" pitchFamily="34" charset="0"/>
              <a:cs typeface="+mn-cs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587900D-1850-5266-46FB-D8FBEFF2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79913"/>
            <a:ext cx="6400800" cy="17526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 kick start session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71C9A2E-022D-BA91-2995-23BBEA270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sz="48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Overview</a:t>
            </a:r>
            <a:endParaRPr lang="en-IN" altLang="en-US" sz="4800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210B5-0B3A-2642-BDAB-47C35C0B7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775" y="2438400"/>
            <a:ext cx="8229600" cy="5068887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C00000"/>
                </a:solidFill>
                <a:sym typeface="Times New Roman"/>
              </a:rPr>
              <a:t>Course Code : CSE570</a:t>
            </a:r>
            <a:endParaRPr lang="en-US" sz="4000" dirty="0">
              <a:solidFill>
                <a:srgbClr val="C00000"/>
              </a:solidFill>
            </a:endParaRP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C00000"/>
                </a:solidFill>
              </a:rPr>
              <a:t>LTP – 2 0 2 [Two Lectures and Two Practical's/week]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C00000"/>
                </a:solidFill>
              </a:rPr>
              <a:t>Credits – 3 </a:t>
            </a:r>
          </a:p>
          <a:p>
            <a:pPr>
              <a:buFont typeface="Arial" charset="0"/>
              <a:buNone/>
              <a:defRPr/>
            </a:pPr>
            <a:endParaRPr lang="de-DE" b="1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7173" name="Object 35">
            <a:extLst>
              <a:ext uri="{FF2B5EF4-FFF2-40B4-BE49-F238E27FC236}">
                <a16:creationId xmlns:a16="http://schemas.microsoft.com/office/drawing/2014/main" id="{97566AF9-5EFB-B66F-6ABF-289A20FC56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1400" y="85725"/>
          <a:ext cx="1676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37020" imgH="5409524" progId="">
                  <p:embed/>
                </p:oleObj>
              </mc:Choice>
              <mc:Fallback>
                <p:oleObj r:id="rId2" imgW="13937020" imgH="5409524" progId="">
                  <p:embed/>
                  <p:pic>
                    <p:nvPicPr>
                      <p:cNvPr id="7173" name="Object 35">
                        <a:extLst>
                          <a:ext uri="{FF2B5EF4-FFF2-40B4-BE49-F238E27FC236}">
                            <a16:creationId xmlns:a16="http://schemas.microsoft.com/office/drawing/2014/main" id="{97566AF9-5EFB-B66F-6ABF-289A20FC56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85725"/>
                        <a:ext cx="16764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BD2DE8A8-1EF5-CE8D-BC22-A3555EDC1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Marks Breakup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00BA0-5388-9E10-A6E7-E407C1F02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8155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Credits : 3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Marks Breakup: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fontAlgn="auto" hangingPunct="1">
              <a:spcAft>
                <a:spcPts val="0"/>
              </a:spcAft>
              <a:defRPr/>
            </a:pPr>
            <a:endParaRPr lang="en-IN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IN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* 2 Cas,</a:t>
            </a:r>
            <a:r>
              <a:rPr lang="en-US" sz="180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CA1-30 marks and CA2(Project)- 100 marks and CA3(Test)-30 marks</a:t>
            </a:r>
            <a:endParaRPr lang="en-IN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IN" sz="1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* No MTE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7779E9-BCB1-50AB-F8BF-9B8347A3F458}"/>
              </a:ext>
            </a:extLst>
          </p:cNvPr>
          <p:cNvGraphicFramePr>
            <a:graphicFrameLocks noGrp="1"/>
          </p:cNvGraphicFramePr>
          <p:nvPr/>
        </p:nvGraphicFramePr>
        <p:xfrm>
          <a:off x="2133600" y="2759075"/>
          <a:ext cx="4321175" cy="1854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505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Activity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Marks</a:t>
                      </a: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Attendance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5</a:t>
                      </a: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Continuous Assessment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45</a:t>
                      </a: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/>
                        <a:t>End-Term Practical (ETP)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50</a:t>
                      </a: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1" dirty="0"/>
                        <a:t>Total</a:t>
                      </a:r>
                    </a:p>
                  </a:txBody>
                  <a:tcPr marL="91455" marR="91455"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100</a:t>
                      </a:r>
                    </a:p>
                  </a:txBody>
                  <a:tcPr marL="91455" marR="9145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10" name="Slide Number Placeholder 7">
            <a:extLst>
              <a:ext uri="{FF2B5EF4-FFF2-40B4-BE49-F238E27FC236}">
                <a16:creationId xmlns:a16="http://schemas.microsoft.com/office/drawing/2014/main" id="{53E0B262-0306-9B9D-72EB-59C6DF23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CB4DBD-41D7-4497-A4A6-5093833AAF77}" type="slidenum">
              <a:rPr lang="en-IN" altLang="en-US" sz="1200" smtClean="0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IN" altLang="en-US" sz="1200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658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86697" y="58435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Times New Roman"/>
              <a:buNone/>
            </a:pPr>
            <a:r>
              <a:rPr lang="en-US" sz="4400" b="0" i="0" u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 for this course</a:t>
            </a:r>
            <a:endParaRPr dirty="0"/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486697" y="1524000"/>
            <a:ext cx="8229600" cy="4902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CA1 : BYOD PRACTICAL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 dirty="0">
                <a:latin typeface="Times New Roman" panose="02020603050405020304" pitchFamily="18" charset="0"/>
                <a:sym typeface="Calibri"/>
              </a:rPr>
              <a:t>	Allotment/Submission week:5/6 week</a:t>
            </a:r>
          </a:p>
          <a:p>
            <a:pPr marL="0" lvl="0" indent="0">
              <a:spcBef>
                <a:spcPts val="0"/>
              </a:spcBef>
              <a:buSzPts val="3200"/>
              <a:buNone/>
            </a:pPr>
            <a:r>
              <a:rPr lang="en-US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3 scenario- based questions in fraction of 10 marks each.</a:t>
            </a:r>
            <a:endParaRPr sz="1800" dirty="0"/>
          </a:p>
          <a:p>
            <a:pPr marL="342900" marR="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 b="0" i="0" u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CA2 : Skill Based Assessment</a:t>
            </a:r>
          </a:p>
          <a:p>
            <a:pPr marL="0" indent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1800" dirty="0">
                <a:latin typeface="Times New Roman" panose="02020603050405020304" pitchFamily="18" charset="0"/>
                <a:sym typeface="Calibri"/>
              </a:rPr>
              <a:t>	Allotment/Submission week:5/11 week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A) Problem Statement (Objectives) and Dataset (10 Marks) 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1. Problem Statement (5 Marks)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2. Dataset (5 Marks)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B) Implementation (Outcome), Report, and Viva (60 Marks) 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1. Implementation (30 Marks) 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a) Data Cleaning and Visualization (5 Marks) 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b) EDA and Statistical Analysis (10 Marks)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	c) Model development and evaluation(15 Marks)</a:t>
            </a:r>
          </a:p>
          <a:p>
            <a:pPr marL="0" lvl="0" indent="0">
              <a:spcBef>
                <a:spcPts val="640"/>
              </a:spcBef>
              <a:buSzPts val="3200"/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spcBef>
                <a:spcPts val="640"/>
              </a:spcBef>
              <a:buSzPts val="3200"/>
              <a:buNone/>
            </a:pP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67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122F6-266F-AA43-250B-6D30869D7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Report (10 Marks) 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a) Format (5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b) Technical Writing (5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Viva (20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C) LinkedIn Engagement (10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1. Likes (6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2. Comments (4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D) GitHub Contributions (20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1. Commits (10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2. Pull Requests (5 Marks)</a:t>
            </a:r>
          </a:p>
          <a:p>
            <a:pPr marL="0" indent="0">
              <a:buNone/>
            </a:pPr>
            <a:r>
              <a:rPr lang="en-US" sz="1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3. Stars (5 Marks)</a:t>
            </a:r>
          </a:p>
          <a:p>
            <a:r>
              <a:rPr lang="en-US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CA3 : Test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Subjective test covering syllabus of CA1 and CA2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49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9407F-BC0E-BD0B-3D4E-5FD03FAF8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65725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IN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Books: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IN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IN" sz="2000" b="1" dirty="0"/>
              <a:t>Text Books: </a:t>
            </a:r>
          </a:p>
          <a:p>
            <a:pPr marL="514350" indent="-514350" algn="just" eaLnBrk="1" fontAlgn="auto" hangingPunct="1">
              <a:spcAft>
                <a:spcPts val="0"/>
              </a:spcAft>
              <a:buAutoNum type="arabicPeriod"/>
              <a:defRPr/>
            </a:pPr>
            <a:r>
              <a:rPr lang="en-US" sz="2000" dirty="0"/>
              <a:t>PYTHON FOR DATA SCIENCE, By MOHD. ABDUL HAMEED, WILEY</a:t>
            </a: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IN" sz="2000" dirty="0"/>
              <a:t> </a:t>
            </a:r>
            <a:r>
              <a:rPr lang="en-IN" sz="2000" b="1" dirty="0"/>
              <a:t>References:</a:t>
            </a: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IN" sz="2000" dirty="0"/>
              <a:t> 1. </a:t>
            </a:r>
            <a:r>
              <a:rPr lang="en-US" sz="2000" dirty="0"/>
              <a:t>FOUNDATIONAL PYTHON FOR DATA SCIENCE, By KENNEDY BEHRMAN, Pearson</a:t>
            </a:r>
            <a:endParaRPr lang="en-IN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 eaLnBrk="1" fontAlgn="auto" hangingPunct="1">
              <a:spcAft>
                <a:spcPts val="0"/>
              </a:spcAft>
              <a:buNone/>
              <a:defRPr/>
            </a:pPr>
            <a:r>
              <a:rPr lang="en-IN" sz="2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dirty="0"/>
              <a:t>DATA SCIENCE AND MACHINE LEARNING USING PYTHON, By REEMA THAREJA, MC GRAW HILL</a:t>
            </a:r>
          </a:p>
        </p:txBody>
      </p:sp>
      <p:sp>
        <p:nvSpPr>
          <p:cNvPr id="16387" name="Slide Number Placeholder 5">
            <a:extLst>
              <a:ext uri="{FF2B5EF4-FFF2-40B4-BE49-F238E27FC236}">
                <a16:creationId xmlns:a16="http://schemas.microsoft.com/office/drawing/2014/main" id="{D2372EC9-112E-6D6A-C93A-7F33A2197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DAA158-995C-48DA-935A-C3FFAA50E93A}" type="slidenum">
              <a:rPr lang="en-IN" altLang="en-US" sz="1200" smtClean="0">
                <a:solidFill>
                  <a:srgbClr val="89898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IN" altLang="en-US" sz="1200">
              <a:solidFill>
                <a:srgbClr val="8989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22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0942E-5A4D-148D-5284-711DD61EC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852" y="12954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/>
              <a:t>Innovative Pedagogies</a:t>
            </a:r>
          </a:p>
          <a:p>
            <a:r>
              <a:rPr lang="en-IN" sz="1800" b="1" dirty="0"/>
              <a:t>Case-Based Learning:</a:t>
            </a:r>
            <a:r>
              <a:rPr lang="en-IN" sz="1800" dirty="0"/>
              <a:t> Fraud detection using classification models</a:t>
            </a:r>
          </a:p>
          <a:p>
            <a:r>
              <a:rPr lang="en-IN" sz="1800" b="1" dirty="0"/>
              <a:t>Flipped Classroom:</a:t>
            </a:r>
            <a:r>
              <a:rPr lang="en-IN" sz="1800" dirty="0"/>
              <a:t> Watch model theory videos, implement in class</a:t>
            </a:r>
          </a:p>
          <a:p>
            <a:r>
              <a:rPr lang="en-IN" sz="1800" b="1" dirty="0"/>
              <a:t>Competitions:</a:t>
            </a:r>
            <a:r>
              <a:rPr lang="en-IN" sz="1800" dirty="0"/>
              <a:t> ML </a:t>
            </a:r>
            <a:r>
              <a:rPr lang="en-IN" sz="1800" dirty="0" err="1"/>
              <a:t>modeling</a:t>
            </a:r>
            <a:r>
              <a:rPr lang="en-IN" sz="1800" dirty="0"/>
              <a:t> on open data (e.g., student dropout prediction)</a:t>
            </a:r>
          </a:p>
          <a:p>
            <a:r>
              <a:rPr lang="en-IN" sz="1800" b="1" dirty="0"/>
              <a:t>ML Debugging Relay:</a:t>
            </a:r>
            <a:r>
              <a:rPr lang="en-IN" sz="1800" dirty="0"/>
              <a:t> Groups fix broken/biased models and justify solutions</a:t>
            </a:r>
          </a:p>
          <a:p>
            <a:r>
              <a:rPr lang="en-IN" sz="1800" b="1" dirty="0"/>
              <a:t>Model Olympics:</a:t>
            </a:r>
            <a:r>
              <a:rPr lang="en-IN" sz="1800" dirty="0"/>
              <a:t> Compete for best performance on same dataset using different models</a:t>
            </a:r>
          </a:p>
          <a:p>
            <a:r>
              <a:rPr lang="en-IN" sz="1800" b="1" dirty="0"/>
              <a:t>Interactive Quizzes:</a:t>
            </a:r>
            <a:r>
              <a:rPr lang="en-IN" sz="1800" dirty="0"/>
              <a:t> Concept check after each algorithm, conduct quizzes</a:t>
            </a:r>
          </a:p>
          <a:p>
            <a:endParaRPr lang="en-IN" sz="1800" dirty="0"/>
          </a:p>
          <a:p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BD389-3C3A-C836-48A5-A1252969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89572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BEBCC2-600F-8BA0-0A9C-8F291881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BE4FDE-6E50-4129-7F98-585C849BA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1000" y="1219200"/>
            <a:ext cx="8229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Gaming Pedagogies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Mastermind: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Teams build models on the same dataset; best performance wins.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Guess the Algorithm: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identify algorithms from outputs like graphs or metrics.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Relay: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Groups race to clean messy datasets using correct preprocessing steps.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 This Model! 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fix faulty ML code/models and explain the errors.</a:t>
            </a:r>
          </a:p>
        </p:txBody>
      </p:sp>
    </p:spTree>
    <p:extLst>
      <p:ext uri="{BB962C8B-B14F-4D97-AF65-F5344CB8AC3E}">
        <p14:creationId xmlns:p14="http://schemas.microsoft.com/office/powerpoint/2010/main" val="2696754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vised Bloom's Taxonomy">
            <a:extLst>
              <a:ext uri="{FF2B5EF4-FFF2-40B4-BE49-F238E27FC236}">
                <a16:creationId xmlns:a16="http://schemas.microsoft.com/office/drawing/2014/main" id="{7EA5A5CC-B6B9-17C9-9BFD-6DC824ACFA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t="12808"/>
          <a:stretch/>
        </p:blipFill>
        <p:spPr bwMode="auto">
          <a:xfrm>
            <a:off x="879475" y="2286000"/>
            <a:ext cx="6602413" cy="3541713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3050CF8-25AA-BF3D-DA0C-79BBB3E3C7B6}"/>
              </a:ext>
            </a:extLst>
          </p:cNvPr>
          <p:cNvSpPr/>
          <p:nvPr/>
        </p:nvSpPr>
        <p:spPr>
          <a:xfrm>
            <a:off x="0" y="857250"/>
            <a:ext cx="9144000" cy="9937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1350" dirty="0">
              <a:solidFill>
                <a:prstClr val="white"/>
              </a:solidFill>
            </a:endParaRPr>
          </a:p>
        </p:txBody>
      </p:sp>
      <p:sp>
        <p:nvSpPr>
          <p:cNvPr id="9220" name="Title 1">
            <a:extLst>
              <a:ext uri="{FF2B5EF4-FFF2-40B4-BE49-F238E27FC236}">
                <a16:creationId xmlns:a16="http://schemas.microsoft.com/office/drawing/2014/main" id="{861DD5E1-1FD8-3AC7-7796-E428960D5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57250"/>
            <a:ext cx="91440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defTabSz="6858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IN" altLang="en-US" sz="3600" dirty="0">
                <a:solidFill>
                  <a:srgbClr val="FFFFFF"/>
                </a:solidFill>
                <a:latin typeface="Tw Cen MT Condensed Extra Bold" panose="020B0803020202020204" pitchFamily="34" charset="0"/>
              </a:rPr>
              <a:t>Revised Bloom’s Taxonomy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A2BA27-B789-718D-C3B8-61D1E733A9CB}"/>
              </a:ext>
            </a:extLst>
          </p:cNvPr>
          <p:cNvSpPr/>
          <p:nvPr/>
        </p:nvSpPr>
        <p:spPr>
          <a:xfrm>
            <a:off x="0" y="1889125"/>
            <a:ext cx="9144000" cy="4762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 defTabSz="6858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sz="1350" dirty="0">
              <a:solidFill>
                <a:prstClr val="white"/>
              </a:solidFill>
              <a:latin typeface="Tw Cen MT" panose="020B06020201040206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409D5394-97B5-59A0-2602-44F2695D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Outcomes</a:t>
            </a:r>
            <a:endParaRPr lang="en-US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C9FAA909-75FD-5D73-80B9-5F46C94977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CDF3F3E-9CAC-4AF8-9F36-F23493358F97}" type="slidenum">
              <a:rPr lang="en-IN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21508" name="Rectangle 1">
            <a:extLst>
              <a:ext uri="{FF2B5EF4-FFF2-40B4-BE49-F238E27FC236}">
                <a16:creationId xmlns:a16="http://schemas.microsoft.com/office/drawing/2014/main" id="{33438618-F361-7422-30F6-94E780E31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295400"/>
            <a:ext cx="7924800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PO1 :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Research and Problem Solving : </a:t>
            </a:r>
            <a:r>
              <a:rPr lang="en-US" altLang="en-US" sz="1600" dirty="0"/>
              <a:t>Ability to independently carry out research /investigation and development work to solve practical problems.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PO2 :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 Technical Communication : </a:t>
            </a:r>
            <a:r>
              <a:rPr lang="en-US" altLang="en-US" sz="1600" dirty="0"/>
              <a:t>Ability to write and present a substantial technical report/document.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PO3</a:t>
            </a:r>
            <a:r>
              <a:rPr lang="en-US" altLang="en-US" sz="1600" dirty="0"/>
              <a:t> :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Comprehensive Discipline Knowledge : </a:t>
            </a:r>
            <a:r>
              <a:rPr lang="en-US" altLang="en-US" sz="1600" dirty="0"/>
              <a:t>Demonstrate a degree of mastery over the area as per the specialization of the program. The mastery should be at a level higher than the requirements in the appropriate bachelor program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PO4 :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Modern tool Usage : </a:t>
            </a:r>
            <a:r>
              <a:rPr lang="en-US" altLang="en-US" sz="1600" dirty="0"/>
              <a:t>Create, select, and apply appropriate techniques, resources, and modern engineering and IT tools including prediction and modeling to complex engineering activities with an understanding of the limitations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PO5 :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 Ethics : </a:t>
            </a:r>
            <a:r>
              <a:rPr lang="en-US" altLang="en-US" sz="1600" dirty="0"/>
              <a:t>Apply ethical principles and commit to professional ethics and responsibilities and norms of the engineering practice.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PO6 : </a:t>
            </a:r>
          </a:p>
          <a:p>
            <a:pPr algn="just" eaLnBrk="1" hangingPunct="1">
              <a:buFont typeface="Arial" panose="020B0604020202020204" pitchFamily="34" charset="0"/>
              <a:buNone/>
            </a:pPr>
            <a:r>
              <a:rPr lang="en-US" altLang="en-US" sz="1600" b="1" dirty="0"/>
              <a:t>Life-long learning : </a:t>
            </a:r>
            <a:r>
              <a:rPr lang="en-US" altLang="en-US" sz="1600" dirty="0"/>
              <a:t>Recognize the need for, and have the preparation and ability to engage in independent and life-long learning in the broadest context of technological change</a:t>
            </a:r>
            <a:r>
              <a:rPr lang="en-US" altLang="en-US" sz="1600" b="1" dirty="0"/>
              <a:t>.</a:t>
            </a:r>
          </a:p>
          <a:p>
            <a:pPr algn="just"/>
            <a:endParaRPr lang="en-IN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B64BFD0F-E200-8C1D-C1EE-97E31FC88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932" y="465137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Specific Outcomes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A4ADD5C7-23F4-800B-ACB9-F2F5B52D4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8229600" cy="4525963"/>
          </a:xfrm>
        </p:spPr>
        <p:txBody>
          <a:bodyPr/>
          <a:lstStyle/>
          <a:p>
            <a:pPr marL="0" indent="0" algn="just" eaLnBrk="1" hangingPunct="1">
              <a:buFont typeface="Arial" panose="020B0604020202020204" pitchFamily="34" charset="0"/>
              <a:buNone/>
              <a:defRPr/>
            </a:pPr>
            <a:r>
              <a:rPr lang="en-GB" altLang="en-US" sz="1800" b="1" dirty="0"/>
              <a:t>PSO1</a:t>
            </a:r>
          </a:p>
          <a:p>
            <a:pPr algn="just" eaLnBrk="1" hangingPunct="1">
              <a:defRPr/>
            </a:pPr>
            <a:r>
              <a:rPr lang="en-GB" altLang="en-US" sz="1800" dirty="0"/>
              <a:t>Apply strong mathematical, statistical, and computational principles to model, </a:t>
            </a:r>
            <a:r>
              <a:rPr lang="en-GB" altLang="en-US" sz="1800" dirty="0" err="1"/>
              <a:t>analyze</a:t>
            </a:r>
            <a:r>
              <a:rPr lang="en-GB" altLang="en-US" sz="1800" dirty="0"/>
              <a:t>, and interpret complex datasets for solving real-world engineering and analytical problems.</a:t>
            </a:r>
          </a:p>
          <a:p>
            <a:pPr marL="0" indent="0" algn="just" eaLnBrk="1" hangingPunct="1">
              <a:buFont typeface="Arial" panose="020B0604020202020204" pitchFamily="34" charset="0"/>
              <a:buNone/>
              <a:defRPr/>
            </a:pPr>
            <a:r>
              <a:rPr lang="en-GB" altLang="en-US" sz="1800" b="1" dirty="0"/>
              <a:t>PSO2</a:t>
            </a:r>
            <a:r>
              <a:rPr lang="en-GB" altLang="en-US" sz="1800" dirty="0"/>
              <a:t> </a:t>
            </a:r>
          </a:p>
          <a:p>
            <a:pPr algn="just" eaLnBrk="1" hangingPunct="1">
              <a:defRPr/>
            </a:pPr>
            <a:r>
              <a:rPr lang="en-GB" altLang="en-US" sz="1800" dirty="0"/>
              <a:t>Design and develop scalable data science and analytics solutions using modern tools and technologies such as machine learning, deep learning, big data frameworks, and cloud platforms.</a:t>
            </a:r>
          </a:p>
          <a:p>
            <a:pPr eaLnBrk="1" hangingPunct="1">
              <a:defRPr/>
            </a:pPr>
            <a:endParaRPr lang="en-US" alt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48E82C6A-893E-C712-D62F-50E5D95C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838200"/>
          </a:xfrm>
        </p:spPr>
        <p:txBody>
          <a:bodyPr/>
          <a:lstStyle/>
          <a:p>
            <a:r>
              <a:rPr lang="en-I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Outcomes</a:t>
            </a:r>
            <a:endParaRPr lang="en-US" altLang="en-US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DF10D453-731E-C201-B9DD-B9C3B11E8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algn="just"/>
            <a:r>
              <a:rPr lang="en-US" sz="1800" b="1" dirty="0"/>
              <a:t>CO1::understand Python-based tools and libraries used for machine learning.</a:t>
            </a:r>
          </a:p>
          <a:p>
            <a:pPr algn="just"/>
            <a:r>
              <a:rPr lang="en-US" sz="1800" b="1" dirty="0"/>
              <a:t>CO2::apply data preprocessing, cleaning, encoding, and scaling techniques for ML datasets.</a:t>
            </a:r>
          </a:p>
          <a:p>
            <a:pPr algn="just"/>
            <a:r>
              <a:rPr lang="en-US" sz="1800" b="1" dirty="0"/>
              <a:t>CO3::analyze datasets using Pandas, NumPy, visualization, and exploratory data analysis.</a:t>
            </a:r>
          </a:p>
          <a:p>
            <a:pPr algn="just"/>
            <a:r>
              <a:rPr lang="en-US" sz="1800" b="1" dirty="0"/>
              <a:t>CO4::understand supervised ML models for regression and classification problems.</a:t>
            </a:r>
          </a:p>
          <a:p>
            <a:pPr algn="just"/>
            <a:r>
              <a:rPr lang="en-US" sz="1800" b="1" dirty="0"/>
              <a:t>CO5::apply unsupervised learning techniques such as clustering and dimensionality reduction.</a:t>
            </a:r>
          </a:p>
          <a:p>
            <a:pPr algn="just"/>
            <a:r>
              <a:rPr lang="en-US" sz="1800" b="1" dirty="0"/>
              <a:t>CO6::apply Python libraries to build, tune, save, and interpret machine learning models for predictive analytics tasks.</a:t>
            </a:r>
            <a:endParaRPr lang="en-US" altLang="en-US" sz="1800" dirty="0">
              <a:latin typeface="Times New Roman" panose="02020603050405020304" pitchFamily="18" charset="0"/>
            </a:endParaRPr>
          </a:p>
        </p:txBody>
      </p:sp>
      <p:sp>
        <p:nvSpPr>
          <p:cNvPr id="10244" name="Slide Number Placeholder 4">
            <a:extLst>
              <a:ext uri="{FF2B5EF4-FFF2-40B4-BE49-F238E27FC236}">
                <a16:creationId xmlns:a16="http://schemas.microsoft.com/office/drawing/2014/main" id="{8ACB6CF3-6000-9496-5A3F-DBDEDF91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E374C7-053D-46E7-A78C-424936EBE2A0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IN" altLang="en-US" sz="1200" dirty="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C6B8D-DDBC-5038-6919-2132B8CFB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High demand across all industries</a:t>
            </a:r>
          </a:p>
          <a:p>
            <a:r>
              <a:rPr lang="en-US" sz="2400" dirty="0"/>
              <a:t>Drives data-informed decision-making</a:t>
            </a:r>
          </a:p>
          <a:p>
            <a:r>
              <a:rPr lang="en-US" sz="2400" dirty="0"/>
              <a:t>Offers competitive business advantage</a:t>
            </a:r>
          </a:p>
          <a:p>
            <a:r>
              <a:rPr lang="en-US" sz="2400" dirty="0"/>
              <a:t>Optimizes processes and resources</a:t>
            </a:r>
          </a:p>
          <a:p>
            <a:r>
              <a:rPr lang="en-US" sz="2400" dirty="0"/>
              <a:t>Enhances customer understanding and experience</a:t>
            </a:r>
          </a:p>
          <a:p>
            <a:r>
              <a:rPr lang="en-US" sz="2400" dirty="0"/>
              <a:t>Enables future-ready organizations</a:t>
            </a: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9785884C-FB90-1587-8EAF-505F83F497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52A529-09F6-418B-9B2F-7A3145EAE0BE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93CCE-67E5-5725-38B2-3775AA08909C}"/>
              </a:ext>
            </a:extLst>
          </p:cNvPr>
          <p:cNvSpPr txBox="1">
            <a:spLocks/>
          </p:cNvSpPr>
          <p:nvPr/>
        </p:nvSpPr>
        <p:spPr bwMode="auto">
          <a:xfrm>
            <a:off x="952500" y="46355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dirty="0">
                <a:solidFill>
                  <a:srgbClr val="FF0000"/>
                </a:solidFill>
              </a:rPr>
              <a:t>Why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2961631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66DCA-B98C-26FE-8114-B3CD2FA3A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81415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 Valuable Skillset</a:t>
            </a:r>
            <a:br>
              <a:rPr lang="en-US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74977-F575-9E9C-7510-51A5CE775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91" y="1811561"/>
            <a:ext cx="8229600" cy="4525963"/>
          </a:xfrm>
        </p:spPr>
        <p:txBody>
          <a:bodyPr/>
          <a:lstStyle/>
          <a:p>
            <a:r>
              <a:rPr lang="en-US" sz="2400" dirty="0"/>
              <a:t>Uses historical data and models</a:t>
            </a:r>
          </a:p>
          <a:p>
            <a:r>
              <a:rPr lang="en-US" sz="2400" dirty="0"/>
              <a:t>Applies statistical and AI techniques</a:t>
            </a:r>
          </a:p>
          <a:p>
            <a:r>
              <a:rPr lang="en-US" sz="2400" dirty="0"/>
              <a:t>Identifies trends and patterns clearly</a:t>
            </a:r>
          </a:p>
          <a:p>
            <a:r>
              <a:rPr lang="en-US" sz="2400" dirty="0"/>
              <a:t>Predicts future events with accuracy</a:t>
            </a:r>
          </a:p>
          <a:p>
            <a:r>
              <a:rPr lang="en-US" sz="2400" dirty="0"/>
              <a:t>Supports smarter strategic business planning</a:t>
            </a:r>
          </a:p>
          <a:p>
            <a:r>
              <a:rPr lang="en-US" sz="2400" dirty="0"/>
              <a:t>Increases employability and job prospects</a:t>
            </a:r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7719C-1E17-1525-0DC3-373F2358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315817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2A76E839-1638-57B0-CB07-37E928A2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59AD2B-821C-40F2-9FB8-BCF27E4C763A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4339" name="Content Placeholder 5">
            <a:extLst>
              <a:ext uri="{FF2B5EF4-FFF2-40B4-BE49-F238E27FC236}">
                <a16:creationId xmlns:a16="http://schemas.microsoft.com/office/drawing/2014/main" id="{5D2DEBEC-3BD0-66BD-7188-82002D0B7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828" y="1203325"/>
            <a:ext cx="8229600" cy="5518150"/>
          </a:xfrm>
        </p:spPr>
        <p:txBody>
          <a:bodyPr/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b="1" dirty="0"/>
              <a:t>Unit I</a:t>
            </a:r>
          </a:p>
          <a:p>
            <a:pPr marL="0" indent="0" algn="just">
              <a:buNone/>
            </a:pPr>
            <a:r>
              <a:rPr lang="en-US" sz="2000" dirty="0"/>
              <a:t>Python fundamentals and Data Preparation for Machine Learning : Python essentials, NumPy arrays, Pandas </a:t>
            </a:r>
            <a:r>
              <a:rPr lang="en-US" sz="2000" dirty="0" err="1"/>
              <a:t>DataFrames</a:t>
            </a:r>
            <a:r>
              <a:rPr lang="en-US" sz="2000" dirty="0"/>
              <a:t>, data loading, missing value handling, encoding categorical variables, feature scaling, train-test split</a:t>
            </a:r>
            <a:endParaRPr lang="en-US" altLang="en-US" sz="2000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b="1" dirty="0"/>
              <a:t>Unit II </a:t>
            </a:r>
          </a:p>
          <a:p>
            <a:pPr marL="0" indent="0" algn="just">
              <a:buNone/>
            </a:pPr>
            <a:r>
              <a:rPr lang="en-IN" sz="2000" dirty="0"/>
              <a:t>Exploratory Data Analysis and Feature Engineering : EDA, visualization, correlation analysis, outlier detection, feature selection, feature transformation, data imbalance handling, data preprocessing pipelines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b="1" dirty="0"/>
              <a:t>Unit III </a:t>
            </a:r>
          </a:p>
          <a:p>
            <a:pPr marL="0" indent="0" algn="just">
              <a:buNone/>
            </a:pPr>
            <a:r>
              <a:rPr lang="en-IN" sz="2000" dirty="0"/>
              <a:t>Supervised Machine Learning – Regression : Simple Linear Regression, Multiple Linear Regression, Polynomial Regression, Regularization, Ridge, Lasso, Elastic Net, regression evaluation metrics such as MAE, MSE, RMSE, R squared</a:t>
            </a:r>
            <a:endParaRPr lang="en-US" alt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D8D079-F3A5-CBE0-F636-410856BF0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1994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Content</a:t>
            </a:r>
            <a:endParaRPr lang="en-GB" alt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A3AC193F-D48C-72AF-4FBC-AADF46F5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4D0DC2-E98B-46C5-A28F-82BC71A85E76}" type="slidenum">
              <a:rPr lang="en-IN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IN" altLang="en-US" sz="1200">
              <a:solidFill>
                <a:srgbClr val="898989"/>
              </a:solidFill>
            </a:endParaRPr>
          </a:p>
        </p:txBody>
      </p:sp>
      <p:sp>
        <p:nvSpPr>
          <p:cNvPr id="15363" name="Content Placeholder 5">
            <a:extLst>
              <a:ext uri="{FF2B5EF4-FFF2-40B4-BE49-F238E27FC236}">
                <a16:creationId xmlns:a16="http://schemas.microsoft.com/office/drawing/2014/main" id="{A31AE6B0-6308-91B2-2576-4D34B83E2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5518150"/>
          </a:xfrm>
        </p:spPr>
        <p:txBody>
          <a:bodyPr/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n-US" altLang="en-US" sz="2000" b="1" dirty="0"/>
              <a:t>Unit IV </a:t>
            </a:r>
          </a:p>
          <a:p>
            <a:pPr marL="0" indent="0" algn="just">
              <a:buNone/>
            </a:pPr>
            <a:r>
              <a:rPr lang="en-IN" sz="2000" dirty="0"/>
              <a:t>Supervised Machine Learning – Classification : Logistic Regression, KNN, Decision Tree, Random Forest, SVM, Naïve Bayes, classification metrics, confusion matrix, accuracy, precision, recall, F1- score, ROC-AUC</a:t>
            </a:r>
          </a:p>
          <a:p>
            <a:pPr marL="0" indent="0" algn="just">
              <a:buNone/>
            </a:pPr>
            <a:r>
              <a:rPr lang="en-US" altLang="en-US" sz="2000" b="1" dirty="0"/>
              <a:t>Unit V </a:t>
            </a:r>
          </a:p>
          <a:p>
            <a:pPr marL="0" indent="0" algn="just">
              <a:buNone/>
            </a:pPr>
            <a:r>
              <a:rPr lang="en-US" sz="2000" dirty="0"/>
              <a:t>Unsupervised Learning and Dimensionality Reduction : K-Means Clustering, Hierarchical Clustering, DBSCAN, PCA, clustering evaluation, silhouette score, real-world clustering applications</a:t>
            </a:r>
          </a:p>
          <a:p>
            <a:pPr marL="0" indent="0" algn="just">
              <a:buNone/>
            </a:pPr>
            <a:r>
              <a:rPr lang="en-US" altLang="en-US" sz="2000" b="1" dirty="0"/>
              <a:t>Unit VI </a:t>
            </a:r>
          </a:p>
          <a:p>
            <a:pPr marL="0" indent="0" algn="just">
              <a:buNone/>
            </a:pPr>
            <a:r>
              <a:rPr lang="en-US" sz="2000" dirty="0"/>
              <a:t>Model Evaluation, Optimization and Recent Trends : Cross-validation, hyperparameter tuning, </a:t>
            </a:r>
            <a:r>
              <a:rPr lang="en-US" sz="2000" dirty="0" err="1"/>
              <a:t>GridSearchCV</a:t>
            </a:r>
            <a:r>
              <a:rPr lang="en-US" sz="2000" dirty="0"/>
              <a:t>, </a:t>
            </a:r>
            <a:r>
              <a:rPr lang="en-US" sz="2000" dirty="0" err="1"/>
              <a:t>RandomizedSearchCV</a:t>
            </a:r>
            <a:r>
              <a:rPr lang="en-US" sz="2000" dirty="0"/>
              <a:t>, model persistence, ML pipelines, introduction to ensemble learning, </a:t>
            </a:r>
            <a:r>
              <a:rPr lang="en-US" sz="2000" dirty="0" err="1"/>
              <a:t>XGBoost</a:t>
            </a:r>
            <a:r>
              <a:rPr lang="en-US" sz="2000" dirty="0"/>
              <a:t>/</a:t>
            </a:r>
            <a:r>
              <a:rPr lang="en-US" sz="2000" dirty="0" err="1"/>
              <a:t>LightGBM</a:t>
            </a:r>
            <a:r>
              <a:rPr lang="en-US" sz="2000" dirty="0"/>
              <a:t>, basics of explainable AI, ethical issues in ML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AFA78-B98C-BFBB-B6C4-841B2B77A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F7995-1CC1-EA16-F5E7-A011815CA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ICT Tools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22D36-E104-8175-F4E5-794DBC168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9B94C0-F6CA-894F-1C2F-C270BCD7AA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347837"/>
            <a:ext cx="8229600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ICT Tools Used: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(with libraries like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scikit-learn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pandas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matplotlib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seaborn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,etc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901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481A5-7EB7-AD5D-0216-DDEDB2A6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18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9D4B9-3736-ABA7-3CC9-C40746A69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B683A5-13CE-8908-EB76-E0076BEA9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-1"/>
            <a:ext cx="8991600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27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57093-8255-1A69-12E5-F9B94C44F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EduRev</a:t>
            </a:r>
            <a:r>
              <a:rPr lang="en-US" dirty="0">
                <a:solidFill>
                  <a:srgbClr val="FF0000"/>
                </a:solidFill>
              </a:rPr>
              <a:t> Initiatives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912F5-BE25-DD7F-57E1-0CD3E5410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students can access and participate through the Edu-Revolution interface:</a:t>
            </a:r>
            <a:endParaRPr lang="en-IN" sz="1800" dirty="0"/>
          </a:p>
          <a:p>
            <a:r>
              <a:rPr lang="en-IN" sz="1800" b="1" dirty="0"/>
              <a:t>UMS Navigation → LMS &gt; Edu-Revolution: Be the Change</a:t>
            </a:r>
          </a:p>
          <a:p>
            <a:r>
              <a:rPr lang="en-IN" sz="1800" b="1" dirty="0"/>
              <a:t>Category</a:t>
            </a:r>
            <a:r>
              <a:rPr lang="en-IN" sz="1800" dirty="0"/>
              <a:t> -</a:t>
            </a:r>
            <a:r>
              <a:rPr lang="en-US" sz="1800" dirty="0"/>
              <a:t>Recognition of Prior Learning (RPL) </a:t>
            </a:r>
          </a:p>
          <a:p>
            <a:endParaRPr lang="en-US" sz="1800" dirty="0"/>
          </a:p>
          <a:p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1BEDC5-ADAE-20D6-9F44-0C7B225D3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9B8FA9C-C7B7-3943-5BEA-B4353677E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095773"/>
              </p:ext>
            </p:extLst>
          </p:nvPr>
        </p:nvGraphicFramePr>
        <p:xfrm>
          <a:off x="457200" y="2948373"/>
          <a:ext cx="8229600" cy="32928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1419068845"/>
                    </a:ext>
                  </a:extLst>
                </a:gridCol>
              </a:tblGrid>
              <a:tr h="778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u="none" strike="noStrike" dirty="0">
                          <a:effectLst/>
                        </a:rPr>
                        <a:t>Application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42" marR="6242" marT="6242" marB="0" anchor="b"/>
                </a:tc>
                <a:extLst>
                  <a:ext uri="{0D108BD9-81ED-4DB2-BD59-A6C34878D82A}">
                    <a16:rowId xmlns:a16="http://schemas.microsoft.com/office/drawing/2014/main" val="3446244220"/>
                  </a:ext>
                </a:extLst>
              </a:tr>
              <a:tr h="778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Students who have applied statistics, Python programming, and machine learning techniques during their internship experience will be considered for RPL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42" marR="6242" marT="6242" marB="0" anchor="b"/>
                </a:tc>
                <a:extLst>
                  <a:ext uri="{0D108BD9-81ED-4DB2-BD59-A6C34878D82A}">
                    <a16:rowId xmlns:a16="http://schemas.microsoft.com/office/drawing/2014/main" val="245851176"/>
                  </a:ext>
                </a:extLst>
              </a:tr>
              <a:tr h="9580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Students who have successfully completed any proctored certification or NPTEL course relevant to statistics, Python programming, or machine learning will be considered for RPL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42" marR="6242" marT="6242" marB="0" anchor="b"/>
                </a:tc>
                <a:extLst>
                  <a:ext uri="{0D108BD9-81ED-4DB2-BD59-A6C34878D82A}">
                    <a16:rowId xmlns:a16="http://schemas.microsoft.com/office/drawing/2014/main" val="1335580971"/>
                  </a:ext>
                </a:extLst>
              </a:tr>
              <a:tr h="77828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242" marR="6242" marT="6242" marB="0" anchor="b"/>
                </a:tc>
                <a:extLst>
                  <a:ext uri="{0D108BD9-81ED-4DB2-BD59-A6C34878D82A}">
                    <a16:rowId xmlns:a16="http://schemas.microsoft.com/office/drawing/2014/main" val="2016293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9291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01657-9CEF-4C2C-331F-1AB27644E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Category-</a:t>
            </a:r>
            <a:r>
              <a:rPr lang="en-IN" dirty="0"/>
              <a:t>NPTEL/MOOCs/Certification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7F413-FD41-DFF7-5505-AC5BBD3F4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20</a:t>
            </a:fld>
            <a:endParaRPr lang="en-IN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D61BDD-20E6-7E77-852A-192C5CA32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170233"/>
              </p:ext>
            </p:extLst>
          </p:nvPr>
        </p:nvGraphicFramePr>
        <p:xfrm>
          <a:off x="152400" y="2438400"/>
          <a:ext cx="8839199" cy="391795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8741">
                  <a:extLst>
                    <a:ext uri="{9D8B030D-6E8A-4147-A177-3AD203B41FA5}">
                      <a16:colId xmlns:a16="http://schemas.microsoft.com/office/drawing/2014/main" val="4244517080"/>
                    </a:ext>
                  </a:extLst>
                </a:gridCol>
                <a:gridCol w="2157525">
                  <a:extLst>
                    <a:ext uri="{9D8B030D-6E8A-4147-A177-3AD203B41FA5}">
                      <a16:colId xmlns:a16="http://schemas.microsoft.com/office/drawing/2014/main" val="3373892945"/>
                    </a:ext>
                  </a:extLst>
                </a:gridCol>
                <a:gridCol w="5122933">
                  <a:extLst>
                    <a:ext uri="{9D8B030D-6E8A-4147-A177-3AD203B41FA5}">
                      <a16:colId xmlns:a16="http://schemas.microsoft.com/office/drawing/2014/main" val="3159208880"/>
                    </a:ext>
                  </a:extLst>
                </a:gridCol>
              </a:tblGrid>
              <a:tr h="4193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NPTEl/MOOCS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u="none" strike="noStrike">
                          <a:effectLst/>
                        </a:rPr>
                        <a:t>Agency</a:t>
                      </a:r>
                      <a:endParaRPr lang="en-IN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b="1" u="none" strike="noStrike" dirty="0" err="1">
                          <a:effectLst/>
                        </a:rPr>
                        <a:t>WebURL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532055"/>
                  </a:ext>
                </a:extLst>
              </a:tr>
              <a:tr h="9696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Introduction to Machine Learning, IIT Kharagpur Prof. S. Sarkar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NPTEL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https://nptel.ac.in/courses/106105152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10972"/>
                  </a:ext>
                </a:extLst>
              </a:tr>
              <a:tr h="12211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Introduction to Machine Learning, IIT Madras Dr. Balaraman Ravindran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NPTEL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https://nptel.ac.in/courses/106106139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00337"/>
                  </a:ext>
                </a:extLst>
              </a:tr>
              <a:tr h="81994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Google Professional Machine Learning Engineer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 Google Cloud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https://cloud.google.com/learn/certification/machine-learning-engineer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079955"/>
                  </a:ext>
                </a:extLst>
              </a:tr>
              <a:tr h="4878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>
                          <a:effectLst/>
                        </a:rPr>
                        <a:t>AWS Certified Machine Learning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Offered by Amazon Web Services (AWS)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400" u="none" strike="noStrike" dirty="0">
                          <a:effectLst/>
                        </a:rPr>
                        <a:t>https://aws.amazon.com/certification/certified-machine-learning-specialty/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309" marR="5309" marT="5309" marB="0" anchor="b">
                    <a:solidFill>
                      <a:schemeClr val="accent1">
                        <a:tint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68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2191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0C32-6877-A029-53AA-E4494F43E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1430776"/>
            <a:ext cx="8229600" cy="4525963"/>
          </a:xfrm>
        </p:spPr>
        <p:txBody>
          <a:bodyPr/>
          <a:lstStyle/>
          <a:p>
            <a:r>
              <a:rPr lang="en-US" dirty="0"/>
              <a:t>Category Projects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91F1C-93D9-D0AF-FF20-E1B949926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21</a:t>
            </a:fld>
            <a:endParaRPr lang="en-I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336C3-BDD9-8E48-07A5-73964D089D88}"/>
              </a:ext>
            </a:extLst>
          </p:cNvPr>
          <p:cNvSpPr txBox="1"/>
          <p:nvPr/>
        </p:nvSpPr>
        <p:spPr>
          <a:xfrm>
            <a:off x="685800" y="2277527"/>
            <a:ext cx="80167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If student is a winner in recognized national-level hackathons or innovation competitions such as Smart India Hackathon (SIH)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Project should be AI/ML-based project </a:t>
            </a:r>
          </a:p>
        </p:txBody>
      </p:sp>
    </p:spTree>
    <p:extLst>
      <p:ext uri="{BB962C8B-B14F-4D97-AF65-F5344CB8AC3E}">
        <p14:creationId xmlns:p14="http://schemas.microsoft.com/office/powerpoint/2010/main" val="1518033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AC803-E3B7-1CF3-AA02-C97CE448B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Category-</a:t>
            </a:r>
            <a:r>
              <a:rPr lang="en-IN" dirty="0"/>
              <a:t>Grade Upgradation (Core)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E0AE1-11D0-D79F-0FA4-E0D850EC5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AF16E9-3B9A-4A97-BAC2-4E21E22807D3}" type="slidenum">
              <a:rPr lang="en-IN" altLang="en-US" smtClean="0"/>
              <a:pPr>
                <a:defRPr/>
              </a:pPr>
              <a:t>22</a:t>
            </a:fld>
            <a:endParaRPr lang="en-IN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1E60394-EAAA-CD3F-ED10-712FACA1E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332462"/>
              </p:ext>
            </p:extLst>
          </p:nvPr>
        </p:nvGraphicFramePr>
        <p:xfrm>
          <a:off x="457200" y="2895600"/>
          <a:ext cx="8229600" cy="3112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0">
                  <a:extLst>
                    <a:ext uri="{9D8B030D-6E8A-4147-A177-3AD203B41FA5}">
                      <a16:colId xmlns:a16="http://schemas.microsoft.com/office/drawing/2014/main" val="3542978273"/>
                    </a:ext>
                  </a:extLst>
                </a:gridCol>
              </a:tblGrid>
              <a:tr h="7310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800" b="1" u="none" strike="noStrike" dirty="0">
                          <a:effectLst/>
                        </a:rPr>
                        <a:t>Description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0" marR="4730" marT="4730" marB="0" anchor="b"/>
                </a:tc>
                <a:extLst>
                  <a:ext uri="{0D108BD9-81ED-4DB2-BD59-A6C34878D82A}">
                    <a16:rowId xmlns:a16="http://schemas.microsoft.com/office/drawing/2014/main" val="1538061914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Winners of Hackathon at National/International Level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0" marR="4730" marT="4730" marB="0" anchor="b"/>
                </a:tc>
                <a:extLst>
                  <a:ext uri="{0D108BD9-81ED-4DB2-BD59-A6C34878D82A}">
                    <a16:rowId xmlns:a16="http://schemas.microsoft.com/office/drawing/2014/main" val="1265568153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Paper publication in Q1 SCI/Scopus Journals (Elsevier, IEEE, Springer)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30" marR="4730" marT="4730" marB="0" anchor="b"/>
                </a:tc>
                <a:extLst>
                  <a:ext uri="{0D108BD9-81ED-4DB2-BD59-A6C34878D82A}">
                    <a16:rowId xmlns:a16="http://schemas.microsoft.com/office/drawing/2014/main" val="972583501"/>
                  </a:ext>
                </a:extLst>
              </a:tr>
              <a:tr h="7310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u="none" strike="noStrike" dirty="0">
                          <a:effectLst/>
                        </a:rPr>
                        <a:t>Winners of Smart India Hackathon (SIH) </a:t>
                      </a:r>
                    </a:p>
                    <a:p>
                      <a:pPr algn="l" fontAlgn="b">
                        <a:buNone/>
                      </a:pP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Patent granted</a:t>
                      </a:r>
                    </a:p>
                  </a:txBody>
                  <a:tcPr marL="4730" marR="4730" marT="4730" marB="0" anchor="b"/>
                </a:tc>
                <a:extLst>
                  <a:ext uri="{0D108BD9-81ED-4DB2-BD59-A6C34878D82A}">
                    <a16:rowId xmlns:a16="http://schemas.microsoft.com/office/drawing/2014/main" val="1386100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5742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EC9A-DECB-4C5B-B928-B0F14B008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800"/>
            <a:ext cx="8229600" cy="1143000"/>
          </a:xfrm>
        </p:spPr>
        <p:txBody>
          <a:bodyPr/>
          <a:lstStyle/>
          <a:p>
            <a:pPr algn="l" eaLnBrk="1" hangingPunct="1"/>
            <a:r>
              <a:rPr lang="en-IN" sz="4800" dirty="0">
                <a:solidFill>
                  <a:srgbClr val="FF0000"/>
                </a:solidFill>
              </a:rPr>
              <a:t>International Opportunities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2A33A2D-ABB5-4ED4-9EBA-F262A883291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447800"/>
            <a:ext cx="75438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215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26EB58-6987-41D7-9DBF-DCA295121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2601"/>
            <a:ext cx="7543799" cy="4627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1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93CDE8-B021-4F8B-83D6-05AB7D28F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55" y="1219200"/>
            <a:ext cx="7611761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93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2188C5C-DE62-4AD1-AE4C-9E94A561B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9960" y="1295400"/>
            <a:ext cx="774407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3467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AA160-CDA1-B9D3-580C-C96E9A52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2743200"/>
            <a:ext cx="7704137" cy="2189163"/>
          </a:xfrm>
        </p:spPr>
        <p:txBody>
          <a:bodyPr rtlCol="0">
            <a:no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C00000"/>
                </a:solidFill>
              </a:rPr>
              <a:t>Thank you </a:t>
            </a:r>
            <a:r>
              <a:rPr lang="en-US" sz="4000" dirty="0">
                <a:solidFill>
                  <a:srgbClr val="C00000"/>
                </a:solidFill>
                <a:sym typeface="Wingdings" pitchFamily="2" charset="2"/>
              </a:rPr>
              <a:t></a:t>
            </a:r>
            <a:endParaRPr lang="en-IN" sz="4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628885-21B9-97D6-AD00-E071DBA055D8}"/>
              </a:ext>
            </a:extLst>
          </p:cNvPr>
          <p:cNvCxnSpPr/>
          <p:nvPr/>
        </p:nvCxnSpPr>
        <p:spPr>
          <a:xfrm>
            <a:off x="1325563" y="4076700"/>
            <a:ext cx="7056437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graphicFrame>
        <p:nvGraphicFramePr>
          <p:cNvPr id="40964" name="Object 102">
            <a:extLst>
              <a:ext uri="{FF2B5EF4-FFF2-40B4-BE49-F238E27FC236}">
                <a16:creationId xmlns:a16="http://schemas.microsoft.com/office/drawing/2014/main" id="{EF220A33-A27E-DE47-888B-9D64BAD9F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7917556"/>
              </p:ext>
            </p:extLst>
          </p:nvPr>
        </p:nvGraphicFramePr>
        <p:xfrm>
          <a:off x="7391400" y="0"/>
          <a:ext cx="16764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3937020" imgH="5409524" progId="">
                  <p:embed/>
                </p:oleObj>
              </mc:Choice>
              <mc:Fallback>
                <p:oleObj r:id="rId2" imgW="13937020" imgH="5409524" progId="">
                  <p:embed/>
                  <p:pic>
                    <p:nvPicPr>
                      <p:cNvPr id="40964" name="Object 102">
                        <a:extLst>
                          <a:ext uri="{FF2B5EF4-FFF2-40B4-BE49-F238E27FC236}">
                            <a16:creationId xmlns:a16="http://schemas.microsoft.com/office/drawing/2014/main" id="{EF220A33-A27E-DE47-888B-9D64BAD9F5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1400" y="0"/>
                        <a:ext cx="167640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5" name="Picture 2">
            <a:extLst>
              <a:ext uri="{FF2B5EF4-FFF2-40B4-BE49-F238E27FC236}">
                <a16:creationId xmlns:a16="http://schemas.microsoft.com/office/drawing/2014/main" id="{DEC95796-C83F-DAEC-B4BA-E0E4E5897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001" y="636589"/>
            <a:ext cx="1808163" cy="329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2516</TotalTime>
  <Words>1409</Words>
  <Application>Microsoft Office PowerPoint</Application>
  <PresentationFormat>On-screen Show (4:3)</PresentationFormat>
  <Paragraphs>183</Paragraphs>
  <Slides>27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Arial Rounded MT Bold</vt:lpstr>
      <vt:lpstr>Arial Unicode MS</vt:lpstr>
      <vt:lpstr>Berlin Sans FB Demi</vt:lpstr>
      <vt:lpstr>Calibri</vt:lpstr>
      <vt:lpstr>Open Sans</vt:lpstr>
      <vt:lpstr>Times New Roman</vt:lpstr>
      <vt:lpstr>Tw Cen MT</vt:lpstr>
      <vt:lpstr>Tw Cen MT Condensed Extra Bold</vt:lpstr>
      <vt:lpstr>Wingdings</vt:lpstr>
      <vt:lpstr>Office Theme</vt:lpstr>
      <vt:lpstr> CSE570 MACHINE LEARNING WITH PYTHON   </vt:lpstr>
      <vt:lpstr>Course Overview</vt:lpstr>
      <vt:lpstr>Marks Breakup</vt:lpstr>
      <vt:lpstr>CA for this 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 Outcomes</vt:lpstr>
      <vt:lpstr>Program Specific Outcomes</vt:lpstr>
      <vt:lpstr>Course Outcomes</vt:lpstr>
      <vt:lpstr>PowerPoint Presentation</vt:lpstr>
      <vt:lpstr>A Valuable Skillset </vt:lpstr>
      <vt:lpstr>Course Content</vt:lpstr>
      <vt:lpstr>PowerPoint Presentation</vt:lpstr>
      <vt:lpstr>ICT Tools </vt:lpstr>
      <vt:lpstr>PowerPoint Presentation</vt:lpstr>
      <vt:lpstr>EduRev Initiatives</vt:lpstr>
      <vt:lpstr>PowerPoint Presentation</vt:lpstr>
      <vt:lpstr>PowerPoint Presentation</vt:lpstr>
      <vt:lpstr>PowerPoint Presentation</vt:lpstr>
      <vt:lpstr>International Opportunities</vt:lpstr>
      <vt:lpstr>PowerPoint Presentation</vt:lpstr>
      <vt:lpstr>PowerPoint Presentation</vt:lpstr>
      <vt:lpstr>PowerPoint Presentation</vt:lpstr>
      <vt:lpstr>Thank you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#0</dc:title>
  <dc:creator>sanjay</dc:creator>
  <cp:lastModifiedBy>gargi kalia</cp:lastModifiedBy>
  <cp:revision>192</cp:revision>
  <dcterms:created xsi:type="dcterms:W3CDTF">2014-12-09T17:52:11Z</dcterms:created>
  <dcterms:modified xsi:type="dcterms:W3CDTF">2026-07-15T05:11:38Z</dcterms:modified>
</cp:coreProperties>
</file>