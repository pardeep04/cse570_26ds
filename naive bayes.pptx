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7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87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6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24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909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853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31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375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935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24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6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0AAF-A154-455B-9CF6-AB9B6D5484B4}" type="datetimeFigureOut">
              <a:rPr lang="en-IN" smtClean="0"/>
              <a:t>26-03-2020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9107251-246F-4B03-A914-20A2EEC6AF5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61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6E92-FD53-4602-9118-C30AE252AD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Naïve	 Bayes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8ECAB-459B-4D6B-AFEB-D2BAFA4C5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Pardeep Kumar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13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D9716D1-7ACB-492B-AA77-4ACD59163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814" y="2016125"/>
            <a:ext cx="6840697" cy="3449638"/>
          </a:xfrm>
        </p:spPr>
      </p:pic>
    </p:spTree>
    <p:extLst>
      <p:ext uri="{BB962C8B-B14F-4D97-AF65-F5344CB8AC3E}">
        <p14:creationId xmlns:p14="http://schemas.microsoft.com/office/powerpoint/2010/main" val="1293837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8290E6-9CFF-4C8F-AF43-F4317C424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589" y="2016125"/>
            <a:ext cx="6551147" cy="3449638"/>
          </a:xfrm>
        </p:spPr>
      </p:pic>
    </p:spTree>
    <p:extLst>
      <p:ext uri="{BB962C8B-B14F-4D97-AF65-F5344CB8AC3E}">
        <p14:creationId xmlns:p14="http://schemas.microsoft.com/office/powerpoint/2010/main" val="2073578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D8FD-2AA4-448B-BA45-8B19486F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263EB8-7F2C-47FA-993A-D4842C755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325" y="2016125"/>
            <a:ext cx="6559674" cy="3449638"/>
          </a:xfrm>
        </p:spPr>
      </p:pic>
    </p:spTree>
    <p:extLst>
      <p:ext uri="{BB962C8B-B14F-4D97-AF65-F5344CB8AC3E}">
        <p14:creationId xmlns:p14="http://schemas.microsoft.com/office/powerpoint/2010/main" val="341501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2326-5472-4FEF-AC0F-C692605D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0F66B4-73F6-446E-8C6F-2A5A87E11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669" y="2016125"/>
            <a:ext cx="6530987" cy="3449638"/>
          </a:xfrm>
        </p:spPr>
      </p:pic>
    </p:spTree>
    <p:extLst>
      <p:ext uri="{BB962C8B-B14F-4D97-AF65-F5344CB8AC3E}">
        <p14:creationId xmlns:p14="http://schemas.microsoft.com/office/powerpoint/2010/main" val="428919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5D97-FFF3-4CD7-8469-8A49857D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CF40E-25F8-4F4C-A28C-B418AE6AC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826" y="2016125"/>
            <a:ext cx="6692673" cy="3449638"/>
          </a:xfrm>
        </p:spPr>
      </p:pic>
    </p:spTree>
    <p:extLst>
      <p:ext uri="{BB962C8B-B14F-4D97-AF65-F5344CB8AC3E}">
        <p14:creationId xmlns:p14="http://schemas.microsoft.com/office/powerpoint/2010/main" val="15080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81F1-FEDD-4C17-AD93-2970383E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8795DD-5778-4DE4-82EE-722313307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42" y="2016125"/>
            <a:ext cx="6513841" cy="3449638"/>
          </a:xfrm>
        </p:spPr>
      </p:pic>
    </p:spTree>
    <p:extLst>
      <p:ext uri="{BB962C8B-B14F-4D97-AF65-F5344CB8AC3E}">
        <p14:creationId xmlns:p14="http://schemas.microsoft.com/office/powerpoint/2010/main" val="267303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81F1-FEDD-4C17-AD93-2970383E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8795DD-5778-4DE4-82EE-722313307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42" y="2016125"/>
            <a:ext cx="6513841" cy="3449638"/>
          </a:xfrm>
        </p:spPr>
      </p:pic>
    </p:spTree>
    <p:extLst>
      <p:ext uri="{BB962C8B-B14F-4D97-AF65-F5344CB8AC3E}">
        <p14:creationId xmlns:p14="http://schemas.microsoft.com/office/powerpoint/2010/main" val="399256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CB98-B8A4-4BC0-A56D-F32FA6E2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104AC-62E5-4D60-8FD0-EB7E42A1E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349" y="2016125"/>
            <a:ext cx="6867627" cy="3449638"/>
          </a:xfrm>
        </p:spPr>
      </p:pic>
    </p:spTree>
    <p:extLst>
      <p:ext uri="{BB962C8B-B14F-4D97-AF65-F5344CB8AC3E}">
        <p14:creationId xmlns:p14="http://schemas.microsoft.com/office/powerpoint/2010/main" val="2753955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CB98-B8A4-4BC0-A56D-F32FA6E2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153F9B-16C2-4C90-813A-5CD63ED0C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699" y="2016125"/>
            <a:ext cx="6724926" cy="3449638"/>
          </a:xfrm>
        </p:spPr>
      </p:pic>
    </p:spTree>
    <p:extLst>
      <p:ext uri="{BB962C8B-B14F-4D97-AF65-F5344CB8AC3E}">
        <p14:creationId xmlns:p14="http://schemas.microsoft.com/office/powerpoint/2010/main" val="141441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700F-955B-4DC9-85FA-68AA5C96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939E9E-9D78-4968-BC60-EF4AAF447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496" y="2016125"/>
            <a:ext cx="6519333" cy="3449638"/>
          </a:xfrm>
        </p:spPr>
      </p:pic>
    </p:spTree>
    <p:extLst>
      <p:ext uri="{BB962C8B-B14F-4D97-AF65-F5344CB8AC3E}">
        <p14:creationId xmlns:p14="http://schemas.microsoft.com/office/powerpoint/2010/main" val="258193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A013-D879-45AD-9FFE-9D0F8CDF6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C878F7-12B6-49CF-9F17-CE081B725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457" y="2016125"/>
            <a:ext cx="6619411" cy="3449638"/>
          </a:xfrm>
        </p:spPr>
      </p:pic>
    </p:spTree>
    <p:extLst>
      <p:ext uri="{BB962C8B-B14F-4D97-AF65-F5344CB8AC3E}">
        <p14:creationId xmlns:p14="http://schemas.microsoft.com/office/powerpoint/2010/main" val="266147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72BC-FAB8-4CB3-BCDF-87750CBF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87A0F4-7399-40BD-80E0-5BF9D291F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274" y="2016125"/>
            <a:ext cx="6275777" cy="3449638"/>
          </a:xfrm>
        </p:spPr>
      </p:pic>
    </p:spTree>
    <p:extLst>
      <p:ext uri="{BB962C8B-B14F-4D97-AF65-F5344CB8AC3E}">
        <p14:creationId xmlns:p14="http://schemas.microsoft.com/office/powerpoint/2010/main" val="195618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FEA3-5815-4965-99E9-A2C9D974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5047AC-45F5-42DD-BB29-AC3E54993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51" y="2016125"/>
            <a:ext cx="6571622" cy="3449638"/>
          </a:xfrm>
        </p:spPr>
      </p:pic>
    </p:spTree>
    <p:extLst>
      <p:ext uri="{BB962C8B-B14F-4D97-AF65-F5344CB8AC3E}">
        <p14:creationId xmlns:p14="http://schemas.microsoft.com/office/powerpoint/2010/main" val="16174209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</TotalTime>
  <Words>6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Naïve 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 Bayes</dc:title>
  <dc:creator>Pardeep</dc:creator>
  <cp:lastModifiedBy>Pardeep</cp:lastModifiedBy>
  <cp:revision>4</cp:revision>
  <dcterms:created xsi:type="dcterms:W3CDTF">2020-03-26T03:35:52Z</dcterms:created>
  <dcterms:modified xsi:type="dcterms:W3CDTF">2020-03-26T04:08:17Z</dcterms:modified>
</cp:coreProperties>
</file>